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4"/>
  </p:sldMasterIdLst>
  <p:notesMasterIdLst>
    <p:notesMasterId r:id="rId11"/>
  </p:notesMasterIdLst>
  <p:handoutMasterIdLst>
    <p:handoutMasterId r:id="rId12"/>
  </p:handoutMasterIdLst>
  <p:sldIdLst>
    <p:sldId id="309" r:id="rId5"/>
    <p:sldId id="336" r:id="rId6"/>
    <p:sldId id="2147483634" r:id="rId7"/>
    <p:sldId id="258" r:id="rId8"/>
    <p:sldId id="2147483635" r:id="rId9"/>
    <p:sldId id="268" r:id="rId10"/>
  </p:sldIdLst>
  <p:sldSz cx="9144000" cy="5143500" type="screen16x9"/>
  <p:notesSz cx="6858000" cy="9144000"/>
  <p:custDataLst>
    <p:tags r:id="rId1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49" userDrawn="1">
          <p15:clr>
            <a:srgbClr val="A4A3A4"/>
          </p15:clr>
        </p15:guide>
        <p15:guide id="4" orient="horz" pos="24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F2F3F4"/>
    <a:srgbClr val="434444"/>
    <a:srgbClr val="BFC3C6"/>
    <a:srgbClr val="DFDFDF"/>
    <a:srgbClr val="5B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B1873-52FF-F541-BB85-9AE10F7D65A9}" v="42" dt="2026-05-27T07:48:41.391"/>
    <p1510:client id="{866BF39B-7899-AD1E-2D6A-EEA2228E757D}" v="2" dt="2026-05-26T12:55:39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249"/>
        <p:guide orient="horz" pos="243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3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n Feis" userId="S::julian.feis@cdi.eu::c337edff-fdf0-49f3-8029-c05caf5d0f53" providerId="AD" clId="Web-{866BF39B-7899-AD1E-2D6A-EEA2228E757D}"/>
    <pc:docChg chg="addSld delSld">
      <pc:chgData name="Julian Feis" userId="S::julian.feis@cdi.eu::c337edff-fdf0-49f3-8029-c05caf5d0f53" providerId="AD" clId="Web-{866BF39B-7899-AD1E-2D6A-EEA2228E757D}" dt="2026-05-26T12:55:39.129" v="1"/>
      <pc:docMkLst>
        <pc:docMk/>
      </pc:docMkLst>
      <pc:sldChg chg="new del">
        <pc:chgData name="Julian Feis" userId="S::julian.feis@cdi.eu::c337edff-fdf0-49f3-8029-c05caf5d0f53" providerId="AD" clId="Web-{866BF39B-7899-AD1E-2D6A-EEA2228E757D}" dt="2026-05-26T12:55:39.129" v="1"/>
        <pc:sldMkLst>
          <pc:docMk/>
          <pc:sldMk cId="2172398542" sldId="2147483636"/>
        </pc:sldMkLst>
      </pc:sldChg>
    </pc:docChg>
  </pc:docChgLst>
  <pc:docChgLst>
    <pc:chgData name="Kiesel Raphael (GF-KS)" userId="7238e65d-f941-498d-aefb-b9d061b89e02" providerId="ADAL" clId="{0C178B0D-D6DB-4024-8980-894608B5C2C9}"/>
    <pc:docChg chg="custSel addSld delSld modSld delMainMaster">
      <pc:chgData name="Kiesel Raphael (GF-KS)" userId="7238e65d-f941-498d-aefb-b9d061b89e02" providerId="ADAL" clId="{0C178B0D-D6DB-4024-8980-894608B5C2C9}" dt="2026-05-26T07:45:40.029" v="33"/>
      <pc:docMkLst>
        <pc:docMk/>
      </pc:docMkLst>
      <pc:sldChg chg="del">
        <pc:chgData name="Kiesel Raphael (GF-KS)" userId="7238e65d-f941-498d-aefb-b9d061b89e02" providerId="ADAL" clId="{0C178B0D-D6DB-4024-8980-894608B5C2C9}" dt="2026-05-26T07:42:03.111" v="13" actId="47"/>
        <pc:sldMkLst>
          <pc:docMk/>
          <pc:sldMk cId="3057714242" sldId="256"/>
        </pc:sldMkLst>
      </pc:sldChg>
      <pc:sldChg chg="del">
        <pc:chgData name="Kiesel Raphael (GF-KS)" userId="7238e65d-f941-498d-aefb-b9d061b89e02" providerId="ADAL" clId="{0C178B0D-D6DB-4024-8980-894608B5C2C9}" dt="2026-05-26T07:43:10.351" v="25" actId="47"/>
        <pc:sldMkLst>
          <pc:docMk/>
          <pc:sldMk cId="227880572" sldId="257"/>
        </pc:sldMkLst>
      </pc:sldChg>
      <pc:sldChg chg="del">
        <pc:chgData name="Kiesel Raphael (GF-KS)" userId="7238e65d-f941-498d-aefb-b9d061b89e02" providerId="ADAL" clId="{0C178B0D-D6DB-4024-8980-894608B5C2C9}" dt="2026-05-26T07:42:44.264" v="23" actId="47"/>
        <pc:sldMkLst>
          <pc:docMk/>
          <pc:sldMk cId="2292090984" sldId="259"/>
        </pc:sldMkLst>
      </pc:sldChg>
      <pc:sldChg chg="del">
        <pc:chgData name="Kiesel Raphael (GF-KS)" userId="7238e65d-f941-498d-aefb-b9d061b89e02" providerId="ADAL" clId="{0C178B0D-D6DB-4024-8980-894608B5C2C9}" dt="2026-05-26T07:43:10.351" v="25" actId="47"/>
        <pc:sldMkLst>
          <pc:docMk/>
          <pc:sldMk cId="3673531968" sldId="260"/>
        </pc:sldMkLst>
      </pc:sldChg>
      <pc:sldChg chg="del">
        <pc:chgData name="Kiesel Raphael (GF-KS)" userId="7238e65d-f941-498d-aefb-b9d061b89e02" providerId="ADAL" clId="{0C178B0D-D6DB-4024-8980-894608B5C2C9}" dt="2026-05-26T07:43:10.351" v="25" actId="47"/>
        <pc:sldMkLst>
          <pc:docMk/>
          <pc:sldMk cId="1413001534" sldId="261"/>
        </pc:sldMkLst>
      </pc:sldChg>
      <pc:sldChg chg="del">
        <pc:chgData name="Kiesel Raphael (GF-KS)" userId="7238e65d-f941-498d-aefb-b9d061b89e02" providerId="ADAL" clId="{0C178B0D-D6DB-4024-8980-894608B5C2C9}" dt="2026-05-26T07:43:10.351" v="25" actId="47"/>
        <pc:sldMkLst>
          <pc:docMk/>
          <pc:sldMk cId="4273882725" sldId="262"/>
        </pc:sldMkLst>
      </pc:sldChg>
      <pc:sldChg chg="del">
        <pc:chgData name="Kiesel Raphael (GF-KS)" userId="7238e65d-f941-498d-aefb-b9d061b89e02" providerId="ADAL" clId="{0C178B0D-D6DB-4024-8980-894608B5C2C9}" dt="2026-05-26T07:42:04.443" v="15" actId="47"/>
        <pc:sldMkLst>
          <pc:docMk/>
          <pc:sldMk cId="1816530527" sldId="263"/>
        </pc:sldMkLst>
      </pc:sldChg>
      <pc:sldChg chg="del">
        <pc:chgData name="Kiesel Raphael (GF-KS)" userId="7238e65d-f941-498d-aefb-b9d061b89e02" providerId="ADAL" clId="{0C178B0D-D6DB-4024-8980-894608B5C2C9}" dt="2026-05-26T07:43:01.682" v="24" actId="47"/>
        <pc:sldMkLst>
          <pc:docMk/>
          <pc:sldMk cId="3808830381" sldId="264"/>
        </pc:sldMkLst>
      </pc:sldChg>
      <pc:sldChg chg="del">
        <pc:chgData name="Kiesel Raphael (GF-KS)" userId="7238e65d-f941-498d-aefb-b9d061b89e02" providerId="ADAL" clId="{0C178B0D-D6DB-4024-8980-894608B5C2C9}" dt="2026-05-26T07:43:01.682" v="24" actId="47"/>
        <pc:sldMkLst>
          <pc:docMk/>
          <pc:sldMk cId="1083418728" sldId="265"/>
        </pc:sldMkLst>
      </pc:sldChg>
      <pc:sldChg chg="del">
        <pc:chgData name="Kiesel Raphael (GF-KS)" userId="7238e65d-f941-498d-aefb-b9d061b89e02" providerId="ADAL" clId="{0C178B0D-D6DB-4024-8980-894608B5C2C9}" dt="2026-05-26T07:42:05.821" v="17" actId="47"/>
        <pc:sldMkLst>
          <pc:docMk/>
          <pc:sldMk cId="3557491557" sldId="266"/>
        </pc:sldMkLst>
      </pc:sldChg>
      <pc:sldChg chg="del">
        <pc:chgData name="Kiesel Raphael (GF-KS)" userId="7238e65d-f941-498d-aefb-b9d061b89e02" providerId="ADAL" clId="{0C178B0D-D6DB-4024-8980-894608B5C2C9}" dt="2026-05-26T07:43:01.682" v="24" actId="47"/>
        <pc:sldMkLst>
          <pc:docMk/>
          <pc:sldMk cId="2239721266" sldId="267"/>
        </pc:sldMkLst>
      </pc:sldChg>
      <pc:sldChg chg="del">
        <pc:chgData name="Kiesel Raphael (GF-KS)" userId="7238e65d-f941-498d-aefb-b9d061b89e02" providerId="ADAL" clId="{0C178B0D-D6DB-4024-8980-894608B5C2C9}" dt="2026-05-26T07:42:08.898" v="19" actId="47"/>
        <pc:sldMkLst>
          <pc:docMk/>
          <pc:sldMk cId="1856638449" sldId="299"/>
        </pc:sldMkLst>
      </pc:sldChg>
      <pc:sldChg chg="modSp mod">
        <pc:chgData name="Kiesel Raphael (GF-KS)" userId="7238e65d-f941-498d-aefb-b9d061b89e02" providerId="ADAL" clId="{0C178B0D-D6DB-4024-8980-894608B5C2C9}" dt="2026-05-26T07:41:59.907" v="12" actId="299"/>
        <pc:sldMkLst>
          <pc:docMk/>
          <pc:sldMk cId="1106078537" sldId="309"/>
        </pc:sldMkLst>
        <pc:spChg chg="mod">
          <ac:chgData name="Kiesel Raphael (GF-KS)" userId="7238e65d-f941-498d-aefb-b9d061b89e02" providerId="ADAL" clId="{0C178B0D-D6DB-4024-8980-894608B5C2C9}" dt="2026-05-26T07:41:59.907" v="12" actId="299"/>
          <ac:spMkLst>
            <pc:docMk/>
            <pc:sldMk cId="1106078537" sldId="309"/>
            <ac:spMk id="4" creationId="{4A249280-4E79-260A-D70A-9A46ADEFB0DB}"/>
          </ac:spMkLst>
        </pc:spChg>
      </pc:sldChg>
      <pc:sldChg chg="del">
        <pc:chgData name="Kiesel Raphael (GF-KS)" userId="7238e65d-f941-498d-aefb-b9d061b89e02" providerId="ADAL" clId="{0C178B0D-D6DB-4024-8980-894608B5C2C9}" dt="2026-05-26T07:42:07.954" v="18" actId="47"/>
        <pc:sldMkLst>
          <pc:docMk/>
          <pc:sldMk cId="3192901009" sldId="313"/>
        </pc:sldMkLst>
      </pc:sldChg>
      <pc:sldChg chg="modSp add mod">
        <pc:chgData name="Kiesel Raphael (GF-KS)" userId="7238e65d-f941-498d-aefb-b9d061b89e02" providerId="ADAL" clId="{0C178B0D-D6DB-4024-8980-894608B5C2C9}" dt="2026-05-26T07:45:40.029" v="33"/>
        <pc:sldMkLst>
          <pc:docMk/>
          <pc:sldMk cId="1603017100" sldId="336"/>
        </pc:sldMkLst>
        <pc:spChg chg="mod ord">
          <ac:chgData name="Kiesel Raphael (GF-KS)" userId="7238e65d-f941-498d-aefb-b9d061b89e02" providerId="ADAL" clId="{0C178B0D-D6DB-4024-8980-894608B5C2C9}" dt="2026-05-26T07:45:40.029" v="33"/>
          <ac:spMkLst>
            <pc:docMk/>
            <pc:sldMk cId="1603017100" sldId="336"/>
            <ac:spMk id="8" creationId="{0418D290-FA7A-C331-BA60-81469232DD3C}"/>
          </ac:spMkLst>
        </pc:spChg>
      </pc:sldChg>
      <pc:sldChg chg="del">
        <pc:chgData name="Kiesel Raphael (GF-KS)" userId="7238e65d-f941-498d-aefb-b9d061b89e02" providerId="ADAL" clId="{0C178B0D-D6DB-4024-8980-894608B5C2C9}" dt="2026-05-26T07:42:05.116" v="16" actId="47"/>
        <pc:sldMkLst>
          <pc:docMk/>
          <pc:sldMk cId="866645515" sldId="2147479707"/>
        </pc:sldMkLst>
      </pc:sldChg>
      <pc:sldChg chg="del">
        <pc:chgData name="Kiesel Raphael (GF-KS)" userId="7238e65d-f941-498d-aefb-b9d061b89e02" providerId="ADAL" clId="{0C178B0D-D6DB-4024-8980-894608B5C2C9}" dt="2026-05-26T07:42:03.913" v="14" actId="47"/>
        <pc:sldMkLst>
          <pc:docMk/>
          <pc:sldMk cId="4152201674" sldId="2147483611"/>
        </pc:sldMkLst>
      </pc:sldChg>
      <pc:sldChg chg="del">
        <pc:chgData name="Kiesel Raphael (GF-KS)" userId="7238e65d-f941-498d-aefb-b9d061b89e02" providerId="ADAL" clId="{0C178B0D-D6DB-4024-8980-894608B5C2C9}" dt="2026-05-26T07:43:01.682" v="24" actId="47"/>
        <pc:sldMkLst>
          <pc:docMk/>
          <pc:sldMk cId="1756666775" sldId="2147483619"/>
        </pc:sldMkLst>
      </pc:sldChg>
      <pc:sldChg chg="del">
        <pc:chgData name="Kiesel Raphael (GF-KS)" userId="7238e65d-f941-498d-aefb-b9d061b89e02" providerId="ADAL" clId="{0C178B0D-D6DB-4024-8980-894608B5C2C9}" dt="2026-05-26T07:42:09.828" v="20" actId="47"/>
        <pc:sldMkLst>
          <pc:docMk/>
          <pc:sldMk cId="3605820515" sldId="2147483623"/>
        </pc:sldMkLst>
      </pc:sldChg>
      <pc:sldChg chg="del">
        <pc:chgData name="Kiesel Raphael (GF-KS)" userId="7238e65d-f941-498d-aefb-b9d061b89e02" providerId="ADAL" clId="{0C178B0D-D6DB-4024-8980-894608B5C2C9}" dt="2026-05-26T07:42:10.598" v="21" actId="47"/>
        <pc:sldMkLst>
          <pc:docMk/>
          <pc:sldMk cId="1402102331" sldId="2147483638"/>
        </pc:sldMkLst>
      </pc:sldChg>
      <pc:sldChg chg="del">
        <pc:chgData name="Kiesel Raphael (GF-KS)" userId="7238e65d-f941-498d-aefb-b9d061b89e02" providerId="ADAL" clId="{0C178B0D-D6DB-4024-8980-894608B5C2C9}" dt="2026-05-26T07:43:01.682" v="24" actId="47"/>
        <pc:sldMkLst>
          <pc:docMk/>
          <pc:sldMk cId="244192594" sldId="2147483645"/>
        </pc:sldMkLst>
      </pc:sldChg>
      <pc:sldChg chg="del">
        <pc:chgData name="Kiesel Raphael (GF-KS)" userId="7238e65d-f941-498d-aefb-b9d061b89e02" providerId="ADAL" clId="{0C178B0D-D6DB-4024-8980-894608B5C2C9}" dt="2026-05-26T07:42:41.717" v="22" actId="47"/>
        <pc:sldMkLst>
          <pc:docMk/>
          <pc:sldMk cId="1735748769" sldId="2147483646"/>
        </pc:sldMkLst>
      </pc:sldChg>
      <pc:sldChg chg="del">
        <pc:chgData name="Kiesel Raphael (GF-KS)" userId="7238e65d-f941-498d-aefb-b9d061b89e02" providerId="ADAL" clId="{0C178B0D-D6DB-4024-8980-894608B5C2C9}" dt="2026-05-26T07:43:10.351" v="25" actId="47"/>
        <pc:sldMkLst>
          <pc:docMk/>
          <pc:sldMk cId="2518786005" sldId="2147483647"/>
        </pc:sldMkLst>
      </pc:sldChg>
      <pc:sldMasterChg chg="del delSldLayout">
        <pc:chgData name="Kiesel Raphael (GF-KS)" userId="7238e65d-f941-498d-aefb-b9d061b89e02" providerId="ADAL" clId="{0C178B0D-D6DB-4024-8980-894608B5C2C9}" dt="2026-05-26T07:42:07.954" v="18" actId="47"/>
        <pc:sldMasterMkLst>
          <pc:docMk/>
          <pc:sldMasterMk cId="3690385552" sldId="2147483745"/>
        </pc:sldMasterMkLst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094905999" sldId="2147483746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92625071" sldId="2147483747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132611632" sldId="2147483748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269669411" sldId="2147483749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046187966" sldId="2147483750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944318523" sldId="2147483751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471388290" sldId="2147483752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754714709" sldId="2147483753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731404235" sldId="2147483754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211332046" sldId="2147483755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4255822600" sldId="2147483756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482879881" sldId="2147483757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514853201" sldId="2147483758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714612203" sldId="2147483759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432719880" sldId="2147483760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943964330" sldId="2147483761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46254462" sldId="2147483762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429129208" sldId="2147483763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740010363" sldId="2147483764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024402780" sldId="2147483765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614167553" sldId="2147483766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709379496" sldId="2147483767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15930224" sldId="2147483768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014803835" sldId="2147483769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059592107" sldId="2147483770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644677539" sldId="2147483771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605288170" sldId="2147483772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603256334" sldId="2147483773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474249756" sldId="2147483774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596074933" sldId="2147483775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305749580" sldId="2147483776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778886563" sldId="2147483777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364614051" sldId="2147483778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39872771" sldId="2147483779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915433769" sldId="2147483780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41352598" sldId="2147483781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577825805" sldId="2147483782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3200578452" sldId="2147483783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2339612541" sldId="2147483784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4100782199" sldId="2147483785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020636776" sldId="2147483786"/>
          </pc:sldLayoutMkLst>
        </pc:sldLayoutChg>
        <pc:sldLayoutChg chg="del">
          <pc:chgData name="Kiesel Raphael (GF-KS)" userId="7238e65d-f941-498d-aefb-b9d061b89e02" providerId="ADAL" clId="{0C178B0D-D6DB-4024-8980-894608B5C2C9}" dt="2026-05-26T07:42:07.954" v="18" actId="47"/>
          <pc:sldLayoutMkLst>
            <pc:docMk/>
            <pc:sldMasterMk cId="3690385552" sldId="2147483745"/>
            <pc:sldLayoutMk cId="1829230686" sldId="2147483787"/>
          </pc:sldLayoutMkLst>
        </pc:sldLayoutChg>
      </pc:sldMasterChg>
    </pc:docChg>
  </pc:docChgLst>
  <pc:docChgLst>
    <pc:chgData name="Janina Wollgarten" userId="53c7c5fd-25b0-4861-8434-5882c86b5b21" providerId="ADAL" clId="{26516FCF-553C-5421-AAFB-5FD6B21333E2}"/>
    <pc:docChg chg="custSel modSld">
      <pc:chgData name="Janina Wollgarten" userId="53c7c5fd-25b0-4861-8434-5882c86b5b21" providerId="ADAL" clId="{26516FCF-553C-5421-AAFB-5FD6B21333E2}" dt="2026-05-27T07:48:41.391" v="40" actId="14100"/>
      <pc:docMkLst>
        <pc:docMk/>
      </pc:docMkLst>
      <pc:sldChg chg="addSp delSp modSp mod">
        <pc:chgData name="Janina Wollgarten" userId="53c7c5fd-25b0-4861-8434-5882c86b5b21" providerId="ADAL" clId="{26516FCF-553C-5421-AAFB-5FD6B21333E2}" dt="2026-05-26T13:28:33.832" v="21" actId="1076"/>
        <pc:sldMkLst>
          <pc:docMk/>
          <pc:sldMk cId="2264083338" sldId="268"/>
        </pc:sldMkLst>
        <pc:spChg chg="add mod">
          <ac:chgData name="Janina Wollgarten" userId="53c7c5fd-25b0-4861-8434-5882c86b5b21" providerId="ADAL" clId="{26516FCF-553C-5421-AAFB-5FD6B21333E2}" dt="2026-05-26T13:10:26.162" v="1" actId="207"/>
          <ac:spMkLst>
            <pc:docMk/>
            <pc:sldMk cId="2264083338" sldId="268"/>
            <ac:spMk id="5" creationId="{9379CD16-CB45-3B5E-E4A8-933537EF853B}"/>
          </ac:spMkLst>
        </pc:spChg>
        <pc:spChg chg="add mod">
          <ac:chgData name="Janina Wollgarten" userId="53c7c5fd-25b0-4861-8434-5882c86b5b21" providerId="ADAL" clId="{26516FCF-553C-5421-AAFB-5FD6B21333E2}" dt="2026-05-26T13:10:26.162" v="1" actId="207"/>
          <ac:spMkLst>
            <pc:docMk/>
            <pc:sldMk cId="2264083338" sldId="268"/>
            <ac:spMk id="11" creationId="{1695C4D8-878F-2AF6-6023-007CE6F2ED24}"/>
          </ac:spMkLst>
        </pc:spChg>
        <pc:spChg chg="add mod">
          <ac:chgData name="Janina Wollgarten" userId="53c7c5fd-25b0-4861-8434-5882c86b5b21" providerId="ADAL" clId="{26516FCF-553C-5421-AAFB-5FD6B21333E2}" dt="2026-05-26T13:10:26.162" v="1" actId="207"/>
          <ac:spMkLst>
            <pc:docMk/>
            <pc:sldMk cId="2264083338" sldId="268"/>
            <ac:spMk id="23" creationId="{466C1625-AC7D-675A-F72A-4CDC852C239B}"/>
          </ac:spMkLst>
        </pc:spChg>
        <pc:spChg chg="add mod">
          <ac:chgData name="Janina Wollgarten" userId="53c7c5fd-25b0-4861-8434-5882c86b5b21" providerId="ADAL" clId="{26516FCF-553C-5421-AAFB-5FD6B21333E2}" dt="2026-05-26T13:10:26.162" v="1" actId="207"/>
          <ac:spMkLst>
            <pc:docMk/>
            <pc:sldMk cId="2264083338" sldId="268"/>
            <ac:spMk id="26" creationId="{43696FFF-9859-FDA1-4070-4BAF8BACECD5}"/>
          </ac:spMkLst>
        </pc:spChg>
        <pc:spChg chg="add del mod">
          <ac:chgData name="Janina Wollgarten" userId="53c7c5fd-25b0-4861-8434-5882c86b5b21" providerId="ADAL" clId="{26516FCF-553C-5421-AAFB-5FD6B21333E2}" dt="2026-05-26T13:28:03.739" v="11" actId="478"/>
          <ac:spMkLst>
            <pc:docMk/>
            <pc:sldMk cId="2264083338" sldId="268"/>
            <ac:spMk id="27" creationId="{3DDD3A4E-8694-2DA4-3B19-E2C4E1C96051}"/>
          </ac:spMkLst>
        </pc:spChg>
        <pc:spChg chg="add mod">
          <ac:chgData name="Janina Wollgarten" userId="53c7c5fd-25b0-4861-8434-5882c86b5b21" providerId="ADAL" clId="{26516FCF-553C-5421-AAFB-5FD6B21333E2}" dt="2026-05-26T13:28:33.832" v="21" actId="1076"/>
          <ac:spMkLst>
            <pc:docMk/>
            <pc:sldMk cId="2264083338" sldId="268"/>
            <ac:spMk id="28" creationId="{56982F24-48D6-6E02-B5BC-BF7DC8ED08E8}"/>
          </ac:spMkLst>
        </pc:spChg>
      </pc:sldChg>
      <pc:sldChg chg="addSp modSp mod">
        <pc:chgData name="Janina Wollgarten" userId="53c7c5fd-25b0-4861-8434-5882c86b5b21" providerId="ADAL" clId="{26516FCF-553C-5421-AAFB-5FD6B21333E2}" dt="2026-05-27T07:48:41.391" v="40" actId="14100"/>
        <pc:sldMkLst>
          <pc:docMk/>
          <pc:sldMk cId="3593060381" sldId="2147483635"/>
        </pc:sldMkLst>
        <pc:spChg chg="add mod">
          <ac:chgData name="Janina Wollgarten" userId="53c7c5fd-25b0-4861-8434-5882c86b5b21" providerId="ADAL" clId="{26516FCF-553C-5421-AAFB-5FD6B21333E2}" dt="2026-05-27T07:48:41.391" v="40" actId="14100"/>
          <ac:spMkLst>
            <pc:docMk/>
            <pc:sldMk cId="3593060381" sldId="2147483635"/>
            <ac:spMk id="44" creationId="{8FE88B3E-5686-1A51-9F5B-34A46D16527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B88414C-F190-4ED7-986F-59750D05EE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E4C274-1C70-4905-AD25-947876CDED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8ED99-101D-4D25-A61B-F1145E2096AF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2FFA33-24FB-4C71-AB23-14C8D81C46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39D9B1-31D4-4A40-B9C1-FB90F7754F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56FD0-ED1E-4875-B69D-F87A441EE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02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7110D-8713-4818-A6C5-BA5073E6EF19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Click to edit Master text styles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20C28-1F57-4AC3-BC38-27FE91AD92B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70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52000" indent="-252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►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45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2pPr>
    <a:lvl3pPr marL="63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3pPr>
    <a:lvl4pPr marL="81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4pPr>
    <a:lvl5pPr marL="99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ket segment 1">
            <a:extLst>
              <a:ext uri="{FF2B5EF4-FFF2-40B4-BE49-F238E27FC236}">
                <a16:creationId xmlns:a16="http://schemas.microsoft.com/office/drawing/2014/main" id="{FEB92341-A0BD-42D5-A6C9-33B63CFE323F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41151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360000" y="2880000"/>
            <a:ext cx="4896000" cy="7920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0" indent="0">
              <a:buNone/>
              <a:defRPr>
                <a:solidFill>
                  <a:schemeClr val="bg1"/>
                </a:solidFill>
              </a:defRPr>
            </a:lvl4pPr>
            <a:lvl5pPr marL="0" indent="0">
              <a:buNone/>
              <a:defRPr>
                <a:solidFill>
                  <a:schemeClr val="bg1"/>
                </a:solidFill>
              </a:defRPr>
            </a:lvl5pPr>
            <a:lvl6pPr marL="0" indent="0">
              <a:buNone/>
              <a:defRPr>
                <a:solidFill>
                  <a:schemeClr val="bg1"/>
                </a:solidFill>
              </a:defRPr>
            </a:lvl6pPr>
            <a:lvl7pPr marL="0" indent="0">
              <a:buNone/>
              <a:defRPr>
                <a:solidFill>
                  <a:schemeClr val="bg1"/>
                </a:solidFill>
              </a:defRPr>
            </a:lvl7pPr>
            <a:lvl8pPr marL="0" indent="0">
              <a:buNone/>
              <a:defRPr>
                <a:solidFill>
                  <a:schemeClr val="bg1"/>
                </a:solidFill>
              </a:defRPr>
            </a:lvl8pPr>
            <a:lvl9pPr marL="0" indent="0">
              <a:buNone/>
              <a:defRPr>
                <a:solidFill>
                  <a:schemeClr val="bg1"/>
                </a:solidFill>
              </a:defRPr>
            </a:lvl9pPr>
          </a:lstStyle>
          <a:p>
            <a:r>
              <a:rPr lang="de-DE"/>
              <a:t>Untertitel</a:t>
            </a:r>
            <a:br>
              <a:rPr lang="de-DE"/>
            </a:br>
            <a:r>
              <a:rPr lang="de-DE"/>
              <a:t>(15 pt, max. 3-zeilig), z. B. Name, Datum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648000"/>
            <a:ext cx="4896001" cy="20160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des Vortrags</a:t>
            </a:r>
            <a:br>
              <a:rPr lang="de-DE"/>
            </a:br>
            <a:r>
              <a:rPr lang="de-DE"/>
              <a:t>(27 pt, max. 3-zeilig)</a:t>
            </a:r>
          </a:p>
        </p:txBody>
      </p:sp>
      <p:pic>
        <p:nvPicPr>
          <p:cNvPr id="10" name="Raute 1">
            <a:extLst>
              <a:ext uri="{FF2B5EF4-FFF2-40B4-BE49-F238E27FC236}">
                <a16:creationId xmlns:a16="http://schemas.microsoft.com/office/drawing/2014/main" id="{D17EA172-063A-40AA-8470-C5F3DBA0D2C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543" y="3579862"/>
            <a:ext cx="1007222" cy="1008000"/>
          </a:xfrm>
          <a:prstGeom prst="rect">
            <a:avLst/>
          </a:prstGeom>
        </p:spPr>
      </p:pic>
      <p:pic>
        <p:nvPicPr>
          <p:cNvPr id="11" name="RS Wortbild">
            <a:extLst>
              <a:ext uri="{FF2B5EF4-FFF2-40B4-BE49-F238E27FC236}">
                <a16:creationId xmlns:a16="http://schemas.microsoft.com/office/drawing/2014/main" id="{2833F9E8-E16C-49F6-B714-1F744E4F5ED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8" y="3998331"/>
            <a:ext cx="233983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4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9B6CDB4-3A8E-4D91-810A-42A92602706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9144000" cy="51435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  <p:sp>
        <p:nvSpPr>
          <p:cNvPr id="7" name="Title 1"/>
          <p:cNvSpPr>
            <a:spLocks noGrp="1" noMove="1" noResize="1"/>
          </p:cNvSpPr>
          <p:nvPr>
            <p:ph type="title" hasCustomPrompt="1"/>
          </p:nvPr>
        </p:nvSpPr>
        <p:spPr>
          <a:xfrm>
            <a:off x="360000" y="3528000"/>
            <a:ext cx="8496000" cy="1296000"/>
          </a:xfrm>
          <a:blipFill>
            <a:blip r:embed="rId2"/>
            <a:stretch>
              <a:fillRect/>
            </a:stretch>
          </a:blipFill>
        </p:spPr>
        <p:txBody>
          <a:bodyPr lIns="144000" tIns="360000" rIns="144000" b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 (27 pt, max. 2-zeilig)</a:t>
            </a:r>
            <a:br>
              <a:rPr lang="de-DE"/>
            </a:br>
            <a:r>
              <a:rPr lang="de-DE"/>
              <a:t>- Ändern Sie die Größe des Platzhaltes NICHT! -</a:t>
            </a:r>
            <a:br>
              <a:rPr lang="de-DE"/>
            </a:br>
            <a:endParaRPr lang="de-DE"/>
          </a:p>
        </p:txBody>
      </p:sp>
      <p:sp>
        <p:nvSpPr>
          <p:cNvPr id="9" name="Marktsegment 1">
            <a:extLst>
              <a:ext uri="{FF2B5EF4-FFF2-40B4-BE49-F238E27FC236}">
                <a16:creationId xmlns:a16="http://schemas.microsoft.com/office/drawing/2014/main" id="{33935D49-9FF6-4F81-B3AB-91756B06E04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54000"/>
            <a:ext cx="3168000" cy="205200"/>
          </a:xfrm>
        </p:spPr>
        <p:txBody>
          <a:bodyPr wrap="none" lIns="14400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</p:spTree>
    <p:extLst>
      <p:ext uri="{BB962C8B-B14F-4D97-AF65-F5344CB8AC3E}">
        <p14:creationId xmlns:p14="http://schemas.microsoft.com/office/powerpoint/2010/main" val="99422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3528000"/>
            <a:ext cx="8496000" cy="1131313"/>
          </a:xfrm>
          <a:noFill/>
        </p:spPr>
        <p:txBody>
          <a:bodyPr lIns="144000" tIns="360000" rIns="144000" b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</a:t>
            </a:r>
            <a:br>
              <a:rPr lang="de-DE"/>
            </a:br>
            <a:r>
              <a:rPr lang="de-DE"/>
              <a:t>(27 pt, max. 2-zeilig)</a:t>
            </a:r>
            <a:br>
              <a:rPr lang="de-DE"/>
            </a:br>
            <a:endParaRPr lang="de-DE"/>
          </a:p>
        </p:txBody>
      </p:sp>
      <p:sp>
        <p:nvSpPr>
          <p:cNvPr id="13" name="Market segment 1">
            <a:extLst>
              <a:ext uri="{FF2B5EF4-FFF2-40B4-BE49-F238E27FC236}">
                <a16:creationId xmlns:a16="http://schemas.microsoft.com/office/drawing/2014/main" id="{166762E6-F093-4DB3-A7AB-E0C7464884B3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54000"/>
            <a:ext cx="3168000" cy="205200"/>
          </a:xfrm>
        </p:spPr>
        <p:txBody>
          <a:bodyPr wrap="none" lIns="14400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</p:spTree>
    <p:extLst>
      <p:ext uri="{BB962C8B-B14F-4D97-AF65-F5344CB8AC3E}">
        <p14:creationId xmlns:p14="http://schemas.microsoft.com/office/powerpoint/2010/main" val="95125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 Gre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3528000"/>
            <a:ext cx="8496000" cy="1131313"/>
          </a:xfrm>
          <a:noFill/>
        </p:spPr>
        <p:txBody>
          <a:bodyPr lIns="144000" tIns="360000" rIns="144000" bIns="288000" anchor="t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Zwischentitel</a:t>
            </a:r>
            <a:br>
              <a:rPr lang="de-DE"/>
            </a:br>
            <a:r>
              <a:rPr lang="de-DE"/>
              <a:t>(27 pt, max. 2-zeilig)</a:t>
            </a:r>
            <a:br>
              <a:rPr lang="de-DE"/>
            </a:br>
            <a:endParaRPr lang="de-DE"/>
          </a:p>
        </p:txBody>
      </p:sp>
      <p:sp>
        <p:nvSpPr>
          <p:cNvPr id="13" name="Market segment 1">
            <a:extLst>
              <a:ext uri="{FF2B5EF4-FFF2-40B4-BE49-F238E27FC236}">
                <a16:creationId xmlns:a16="http://schemas.microsoft.com/office/drawing/2014/main" id="{166762E6-F093-4DB3-A7AB-E0C7464884B3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54000"/>
            <a:ext cx="3168000" cy="205200"/>
          </a:xfrm>
        </p:spPr>
        <p:txBody>
          <a:bodyPr wrap="none" lIns="14400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</p:spTree>
    <p:extLst>
      <p:ext uri="{BB962C8B-B14F-4D97-AF65-F5344CB8AC3E}">
        <p14:creationId xmlns:p14="http://schemas.microsoft.com/office/powerpoint/2010/main" val="420025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9B6CDB4-3A8E-4D91-810A-42A92602706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9144000" cy="20160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016000"/>
            <a:ext cx="9144000" cy="3132000"/>
          </a:xfrm>
          <a:solidFill>
            <a:srgbClr val="003C74"/>
          </a:solidFill>
        </p:spPr>
        <p:txBody>
          <a:bodyPr lIns="360000" tIns="450000" rIns="144000" b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Zwischentitel(27 pt, max. 2-zeilig)</a:t>
            </a:r>
            <a:br>
              <a:rPr lang="de-DE"/>
            </a:br>
            <a:r>
              <a:rPr lang="de-DE"/>
              <a:t>- Ändern Sie die Größe des Platzhaltes NICHT! -</a:t>
            </a:r>
            <a:br>
              <a:rPr lang="de-DE"/>
            </a:br>
            <a:endParaRPr lang="de-DE"/>
          </a:p>
        </p:txBody>
      </p:sp>
      <p:sp>
        <p:nvSpPr>
          <p:cNvPr id="9" name="Market segment 1">
            <a:extLst>
              <a:ext uri="{FF2B5EF4-FFF2-40B4-BE49-F238E27FC236}">
                <a16:creationId xmlns:a16="http://schemas.microsoft.com/office/drawing/2014/main" id="{33935D49-9FF6-4F81-B3AB-91756B06E04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2139702"/>
            <a:ext cx="3168000" cy="205200"/>
          </a:xfrm>
        </p:spPr>
        <p:txBody>
          <a:bodyPr wrap="none" lIns="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</p:spTree>
    <p:extLst>
      <p:ext uri="{BB962C8B-B14F-4D97-AF65-F5344CB8AC3E}">
        <p14:creationId xmlns:p14="http://schemas.microsoft.com/office/powerpoint/2010/main" val="208058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87624" y="0"/>
            <a:ext cx="7956376" cy="5148000"/>
          </a:xfrm>
          <a:solidFill>
            <a:schemeClr val="accent1"/>
          </a:solidFill>
        </p:spPr>
        <p:txBody>
          <a:bodyPr lIns="1980000" tIns="1440000" rIns="288000" bIns="486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Zwischentitel(27 pt, max. 2-zeilig)</a:t>
            </a:r>
            <a:br>
              <a:rPr lang="de-DE"/>
            </a:br>
            <a:r>
              <a:rPr lang="de-DE"/>
              <a:t>- Ändern Sie die Größe des Platzhaltes NICHT! -</a:t>
            </a:r>
          </a:p>
        </p:txBody>
      </p:sp>
      <p:sp>
        <p:nvSpPr>
          <p:cNvPr id="9" name="Market segment 1">
            <a:extLst>
              <a:ext uri="{FF2B5EF4-FFF2-40B4-BE49-F238E27FC236}">
                <a16:creationId xmlns:a16="http://schemas.microsoft.com/office/drawing/2014/main" id="{33935D49-9FF6-4F81-B3AB-91756B06E04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131647" y="1133475"/>
            <a:ext cx="3168000" cy="205200"/>
          </a:xfrm>
        </p:spPr>
        <p:txBody>
          <a:bodyPr wrap="none" lIns="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9B6CDB4-3A8E-4D91-810A-42A92602706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0" y="1134000"/>
            <a:ext cx="2880000" cy="2880000"/>
          </a:xfr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nutzen Sie nur lizenzierte Bilder!</a:t>
            </a:r>
          </a:p>
        </p:txBody>
      </p:sp>
    </p:spTree>
    <p:extLst>
      <p:ext uri="{BB962C8B-B14F-4D97-AF65-F5344CB8AC3E}">
        <p14:creationId xmlns:p14="http://schemas.microsoft.com/office/powerpoint/2010/main" val="393234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C85243A-2E36-1610-689A-546128052C35}"/>
              </a:ext>
            </a:extLst>
          </p:cNvPr>
          <p:cNvSpPr/>
          <p:nvPr/>
        </p:nvSpPr>
        <p:spPr>
          <a:xfrm>
            <a:off x="-1" y="0"/>
            <a:ext cx="9144000" cy="3942000"/>
          </a:xfrm>
          <a:custGeom>
            <a:avLst/>
            <a:gdLst>
              <a:gd name="connsiteX0" fmla="*/ 8855999 w 9144000"/>
              <a:gd name="connsiteY0" fmla="*/ 0 h 3942000"/>
              <a:gd name="connsiteX1" fmla="*/ 9144000 w 9144000"/>
              <a:gd name="connsiteY1" fmla="*/ 0 h 3942000"/>
              <a:gd name="connsiteX2" fmla="*/ 9144000 w 9144000"/>
              <a:gd name="connsiteY2" fmla="*/ 0 h 3942000"/>
              <a:gd name="connsiteX3" fmla="*/ 9144000 w 9144000"/>
              <a:gd name="connsiteY3" fmla="*/ 1602488 h 3942000"/>
              <a:gd name="connsiteX4" fmla="*/ 9144000 w 9144000"/>
              <a:gd name="connsiteY4" fmla="*/ 3942000 h 3942000"/>
              <a:gd name="connsiteX5" fmla="*/ 8855999 w 9144000"/>
              <a:gd name="connsiteY5" fmla="*/ 3942000 h 3942000"/>
              <a:gd name="connsiteX6" fmla="*/ 8855999 w 9144000"/>
              <a:gd name="connsiteY6" fmla="*/ 1602488 h 3942000"/>
              <a:gd name="connsiteX7" fmla="*/ 5724127 w 9144000"/>
              <a:gd name="connsiteY7" fmla="*/ 1602488 h 3942000"/>
              <a:gd name="connsiteX8" fmla="*/ 5724127 w 9144000"/>
              <a:gd name="connsiteY8" fmla="*/ 3942000 h 3942000"/>
              <a:gd name="connsiteX9" fmla="*/ 0 w 9144000"/>
              <a:gd name="connsiteY9" fmla="*/ 3942000 h 3942000"/>
              <a:gd name="connsiteX10" fmla="*/ 0 w 9144000"/>
              <a:gd name="connsiteY10" fmla="*/ 0 h 3942000"/>
              <a:gd name="connsiteX11" fmla="*/ 5615639 w 9144000"/>
              <a:gd name="connsiteY11" fmla="*/ 0 h 3942000"/>
              <a:gd name="connsiteX12" fmla="*/ 5724127 w 9144000"/>
              <a:gd name="connsiteY12" fmla="*/ 0 h 3942000"/>
              <a:gd name="connsiteX13" fmla="*/ 8855999 w 9144000"/>
              <a:gd name="connsiteY13" fmla="*/ 0 h 394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144000" h="3942000">
                <a:moveTo>
                  <a:pt x="8855999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602488"/>
                </a:lnTo>
                <a:lnTo>
                  <a:pt x="9144000" y="3942000"/>
                </a:lnTo>
                <a:lnTo>
                  <a:pt x="8855999" y="3942000"/>
                </a:lnTo>
                <a:lnTo>
                  <a:pt x="8855999" y="1602488"/>
                </a:lnTo>
                <a:lnTo>
                  <a:pt x="5724127" y="1602488"/>
                </a:lnTo>
                <a:lnTo>
                  <a:pt x="5724127" y="3942000"/>
                </a:lnTo>
                <a:lnTo>
                  <a:pt x="0" y="3942000"/>
                </a:lnTo>
                <a:lnTo>
                  <a:pt x="0" y="0"/>
                </a:lnTo>
                <a:lnTo>
                  <a:pt x="5615639" y="0"/>
                </a:lnTo>
                <a:lnTo>
                  <a:pt x="5724127" y="0"/>
                </a:lnTo>
                <a:lnTo>
                  <a:pt x="885599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/>
            <a:endParaRPr lang="de-DE" sz="1500" err="1"/>
          </a:p>
        </p:txBody>
      </p:sp>
      <p:sp>
        <p:nvSpPr>
          <p:cNvPr id="13" name="Market segment 1">
            <a:extLst>
              <a:ext uri="{FF2B5EF4-FFF2-40B4-BE49-F238E27FC236}">
                <a16:creationId xmlns:a16="http://schemas.microsoft.com/office/drawing/2014/main" id="{166762E6-F093-4DB3-A7AB-E0C7464884B3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363" y="75115"/>
            <a:ext cx="3168000" cy="205200"/>
          </a:xfrm>
        </p:spPr>
        <p:txBody>
          <a:bodyPr wrap="none" lIns="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17A567-659C-1055-34B7-7C0ADA07E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</a:t>
            </a:r>
            <a:br>
              <a:rPr lang="de-DE"/>
            </a:br>
            <a:r>
              <a:rPr lang="de-DE"/>
              <a:t>(27 pt, max. 2-zeilig)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1A88095E-12B0-9A86-09A1-6B67C00762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4128" y="1602488"/>
            <a:ext cx="3132000" cy="3060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 algn="ctr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 algn="ctr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 algn="ctr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 algn="ctr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5776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00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Agenda – Bitte eben Sie diesen Text selbst ein.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idx="1" hasCustomPrompt="1"/>
          </p:nvPr>
        </p:nvSpPr>
        <p:spPr/>
        <p:txBody>
          <a:bodyPr tIns="36000" numCol="2" spcCol="288000"/>
          <a:lstStyle>
            <a:lvl1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Zweispaltige Agenda-Folie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424425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65679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100838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 3">
    <p:bg>
      <p:bgPr>
        <a:solidFill>
          <a:srgbClr val="00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591216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 5">
    <p:bg>
      <p:bgPr>
        <a:solidFill>
          <a:srgbClr val="00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511836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458000"/>
            <a:ext cx="8496000" cy="32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8496000" cy="252000"/>
          </a:xfrm>
        </p:spPr>
        <p:txBody>
          <a:bodyPr wrap="none" anchor="b"/>
          <a:lstStyle>
            <a:lvl1pPr marL="0" indent="0">
              <a:lnSpc>
                <a:spcPct val="100000"/>
              </a:lnSpc>
              <a:buNone/>
              <a:defRPr sz="1500" b="1" baseline="0"/>
            </a:lvl1pPr>
            <a:lvl2pPr marL="457200" indent="0">
              <a:buNone/>
              <a:defRPr sz="1500" b="1"/>
            </a:lvl2pPr>
            <a:lvl3pPr marL="914400" indent="0">
              <a:buNone/>
              <a:defRPr sz="1500" b="1"/>
            </a:lvl3pPr>
            <a:lvl4pPr marL="1371600" indent="0">
              <a:buNone/>
              <a:defRPr sz="1500" b="1"/>
            </a:lvl4pPr>
            <a:lvl5pPr marL="1828800" indent="0">
              <a:buNone/>
              <a:defRPr sz="1500" b="1"/>
            </a:lvl5pPr>
            <a:lvl6pPr marL="2286000" indent="0">
              <a:buNone/>
              <a:defRPr sz="1500" b="1"/>
            </a:lvl6pPr>
            <a:lvl7pPr marL="2743200" indent="0">
              <a:buNone/>
              <a:defRPr sz="1500" b="1"/>
            </a:lvl7pPr>
            <a:lvl8pPr marL="3200400" indent="0">
              <a:buNone/>
              <a:defRPr sz="1500" b="1"/>
            </a:lvl8pPr>
            <a:lvl9pPr marL="3657600" indent="0">
              <a:buNone/>
              <a:defRPr sz="1500" b="1"/>
            </a:lvl9pPr>
          </a:lstStyle>
          <a:p>
            <a:pPr lvl="0"/>
            <a:r>
              <a:rPr lang="de-DE"/>
              <a:t>Untertitel (15 pt, fett, max. 1-zeilig)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A760D8A3-0215-4116-BB60-0451B5B34D9D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4191550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eader and Conten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458000"/>
            <a:ext cx="8496000" cy="32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Text(15pt) eingeben oder Inhalt durch Symbol in der Mitte bestimmen (Bilder: Bitte folgenden Sie der Verknüpfung in Ihrem Bilderverzeichnis, nutzen Sie nur lizenzierte Bilder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8496000" cy="252000"/>
          </a:xfrm>
        </p:spPr>
        <p:txBody>
          <a:bodyPr wrap="none" anchor="b"/>
          <a:lstStyle>
            <a:lvl1pPr marL="0" indent="0">
              <a:lnSpc>
                <a:spcPct val="100000"/>
              </a:lnSpc>
              <a:buNone/>
              <a:defRPr sz="15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1500" b="1"/>
            </a:lvl2pPr>
            <a:lvl3pPr marL="914400" indent="0">
              <a:buNone/>
              <a:defRPr sz="1500" b="1"/>
            </a:lvl3pPr>
            <a:lvl4pPr marL="1371600" indent="0">
              <a:buNone/>
              <a:defRPr sz="1500" b="1"/>
            </a:lvl4pPr>
            <a:lvl5pPr marL="1828800" indent="0">
              <a:buNone/>
              <a:defRPr sz="1500" b="1"/>
            </a:lvl5pPr>
            <a:lvl6pPr marL="2286000" indent="0">
              <a:buNone/>
              <a:defRPr sz="1500" b="1"/>
            </a:lvl6pPr>
            <a:lvl7pPr marL="2743200" indent="0">
              <a:buNone/>
              <a:defRPr sz="1500" b="1"/>
            </a:lvl7pPr>
            <a:lvl8pPr marL="3200400" indent="0">
              <a:buNone/>
              <a:defRPr sz="1500" b="1"/>
            </a:lvl8pPr>
            <a:lvl9pPr marL="3657600" indent="0">
              <a:buNone/>
              <a:defRPr sz="1500" b="1"/>
            </a:lvl9pPr>
          </a:lstStyle>
          <a:p>
            <a:pPr lvl="0"/>
            <a:r>
              <a:rPr lang="de-DE"/>
              <a:t>Untertitel (15 pt, fett, max. 1-zeilig)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A760D8A3-0215-4116-BB60-0451B5B34D9D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531414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134000"/>
            <a:ext cx="4176000" cy="3528000"/>
          </a:xfrm>
        </p:spPr>
        <p:txBody>
          <a:bodyPr vert="horz" lIns="0" tIns="0" rIns="0" bIns="0" rtlCol="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134000"/>
            <a:ext cx="4176000" cy="3528000"/>
          </a:xfrm>
        </p:spPr>
        <p:txBody>
          <a:bodyPr/>
          <a:lstStyle/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Chapter 1">
            <a:extLst>
              <a:ext uri="{FF2B5EF4-FFF2-40B4-BE49-F238E27FC236}">
                <a16:creationId xmlns:a16="http://schemas.microsoft.com/office/drawing/2014/main" id="{AC160EE7-24D9-4485-B893-D0D916F8F397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59704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134000"/>
            <a:ext cx="4176000" cy="3528000"/>
          </a:xfr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Evene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134000"/>
            <a:ext cx="4176000" cy="352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Evene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Chapter 1">
            <a:extLst>
              <a:ext uri="{FF2B5EF4-FFF2-40B4-BE49-F238E27FC236}">
                <a16:creationId xmlns:a16="http://schemas.microsoft.com/office/drawing/2014/main" id="{AC160EE7-24D9-4485-B893-D0D916F8F397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85526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4176000" cy="48286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5" name="Heading 2"/>
          <p:cNvSpPr>
            <a:spLocks noGrp="1"/>
          </p:cNvSpPr>
          <p:nvPr>
            <p:ph type="body" idx="14" hasCustomPrompt="1"/>
          </p:nvPr>
        </p:nvSpPr>
        <p:spPr>
          <a:xfrm>
            <a:off x="4680000" y="1134000"/>
            <a:ext cx="417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Untertitel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417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674000"/>
            <a:ext cx="417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162817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4176000" cy="48286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5" name="Heading 2"/>
          <p:cNvSpPr>
            <a:spLocks noGrp="1"/>
          </p:cNvSpPr>
          <p:nvPr>
            <p:ph type="body" idx="14" hasCustomPrompt="1"/>
          </p:nvPr>
        </p:nvSpPr>
        <p:spPr>
          <a:xfrm>
            <a:off x="4680000" y="1134000"/>
            <a:ext cx="417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4176000" cy="298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674000"/>
            <a:ext cx="4176000" cy="298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580955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of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5" name="Heading  2"/>
          <p:cNvSpPr>
            <a:spLocks noGrp="1"/>
          </p:cNvSpPr>
          <p:nvPr>
            <p:ph type="body" idx="14" hasCustomPrompt="1"/>
          </p:nvPr>
        </p:nvSpPr>
        <p:spPr>
          <a:xfrm>
            <a:off x="324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1" name="Heading  3"/>
          <p:cNvSpPr>
            <a:spLocks noGrp="1"/>
          </p:cNvSpPr>
          <p:nvPr>
            <p:ph type="body" idx="15" hasCustomPrompt="1"/>
          </p:nvPr>
        </p:nvSpPr>
        <p:spPr>
          <a:xfrm>
            <a:off x="612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273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40000" y="1674000"/>
            <a:ext cx="273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5F76C60-A3A8-45E7-A060-940E0F2914BB}"/>
              </a:ext>
            </a:extLst>
          </p:cNvPr>
          <p:cNvSpPr>
            <a:spLocks noGrp="1"/>
          </p:cNvSpPr>
          <p:nvPr>
            <p:ph sz="half" idx="3" hasCustomPrompt="1"/>
          </p:nvPr>
        </p:nvSpPr>
        <p:spPr>
          <a:xfrm>
            <a:off x="6120000" y="1674000"/>
            <a:ext cx="273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9344608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of Three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5" name="Heading  2"/>
          <p:cNvSpPr>
            <a:spLocks noGrp="1"/>
          </p:cNvSpPr>
          <p:nvPr>
            <p:ph type="body" idx="14" hasCustomPrompt="1"/>
          </p:nvPr>
        </p:nvSpPr>
        <p:spPr>
          <a:xfrm>
            <a:off x="324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1" name="Heading  3"/>
          <p:cNvSpPr>
            <a:spLocks noGrp="1"/>
          </p:cNvSpPr>
          <p:nvPr>
            <p:ph type="body" idx="15" hasCustomPrompt="1"/>
          </p:nvPr>
        </p:nvSpPr>
        <p:spPr>
          <a:xfrm>
            <a:off x="612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2736000" cy="29880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40000" y="1674000"/>
            <a:ext cx="2736000" cy="29880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5F76C60-A3A8-45E7-A060-940E0F2914BB}"/>
              </a:ext>
            </a:extLst>
          </p:cNvPr>
          <p:cNvSpPr>
            <a:spLocks noGrp="1"/>
          </p:cNvSpPr>
          <p:nvPr>
            <p:ph sz="half" idx="3" hasCustomPrompt="1"/>
          </p:nvPr>
        </p:nvSpPr>
        <p:spPr>
          <a:xfrm>
            <a:off x="6120000" y="1674000"/>
            <a:ext cx="2736000" cy="29880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093410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086BA-F4C1-4466-B31C-C9232764D356}" type="slidenum">
              <a:rPr lang="de-DE" smtClean="0"/>
              <a:t>‹#›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06E95062-3E7C-4114-A456-F57CB2DB0DA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092956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ue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4086BA-F4C1-4466-B31C-C9232764D35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06E95062-3E7C-4114-A456-F57CB2DB0DA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675771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086BA-F4C1-4466-B31C-C9232764D35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9967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4086BA-F4C1-4466-B31C-C9232764D35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699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4000" cy="5143500"/>
          </a:xfrm>
          <a:solidFill>
            <a:srgbClr val="003C74"/>
          </a:solidFill>
        </p:spPr>
        <p:txBody>
          <a:bodyPr vert="horz" lIns="360000" tIns="288000" rIns="288000" bIns="48240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type="body" sz="quarter" idx="2" hasCustomPrompt="1"/>
          </p:nvPr>
        </p:nvSpPr>
        <p:spPr>
          <a:xfrm>
            <a:off x="5220000" y="2570400"/>
            <a:ext cx="3636000" cy="208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Text (15pt)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4600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Picture with Textbo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2500"/>
            <a:ext cx="9144000" cy="51435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  <p:sp>
        <p:nvSpPr>
          <p:cNvPr id="6" name="Text placeholder with brand 1">
            <a:extLst>
              <a:ext uri="{FF2B5EF4-FFF2-40B4-BE49-F238E27FC236}">
                <a16:creationId xmlns:a16="http://schemas.microsoft.com/office/drawing/2014/main" id="{87830F85-CC7B-4FC2-AA25-0ED6B2E1480F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0" y="0"/>
            <a:ext cx="3100000" cy="1133475"/>
          </a:xfrm>
          <a:solidFill>
            <a:schemeClr val="accent1"/>
          </a:solidFill>
        </p:spPr>
        <p:txBody>
          <a:bodyPr lIns="360000" tIns="360000" rIns="360000" bIns="360000"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270000" indent="0">
              <a:buFontTx/>
              <a:buNone/>
              <a:defRPr>
                <a:solidFill>
                  <a:schemeClr val="bg1"/>
                </a:solidFill>
              </a:defRPr>
            </a:lvl2pPr>
            <a:lvl3pPr marL="450000" indent="0">
              <a:buFontTx/>
              <a:buNone/>
              <a:defRPr>
                <a:solidFill>
                  <a:schemeClr val="bg1"/>
                </a:solidFill>
              </a:defRPr>
            </a:lvl3pPr>
            <a:lvl4pPr marL="630000" indent="0">
              <a:buFontTx/>
              <a:buNone/>
              <a:defRPr>
                <a:solidFill>
                  <a:schemeClr val="bg1"/>
                </a:solidFill>
              </a:defRPr>
            </a:lvl4pPr>
            <a:lvl5pPr marL="8100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</a:p>
        </p:txBody>
      </p:sp>
    </p:spTree>
    <p:extLst>
      <p:ext uri="{BB962C8B-B14F-4D97-AF65-F5344CB8AC3E}">
        <p14:creationId xmlns:p14="http://schemas.microsoft.com/office/powerpoint/2010/main" val="30064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Picture with Textbo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2500"/>
            <a:ext cx="9144000" cy="51435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  <p:sp>
        <p:nvSpPr>
          <p:cNvPr id="6" name="Text placeholder with brand 1">
            <a:extLst>
              <a:ext uri="{FF2B5EF4-FFF2-40B4-BE49-F238E27FC236}">
                <a16:creationId xmlns:a16="http://schemas.microsoft.com/office/drawing/2014/main" id="{87830F85-CC7B-4FC2-AA25-0ED6B2E1480F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0" y="4012525"/>
            <a:ext cx="3100000" cy="1133475"/>
          </a:xfrm>
          <a:solidFill>
            <a:schemeClr val="bg1"/>
          </a:solidFill>
        </p:spPr>
        <p:txBody>
          <a:bodyPr lIns="360000" tIns="360000" rIns="360000" bIns="360000"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  <a:lvl2pPr marL="270000" indent="0">
              <a:buFontTx/>
              <a:buNone/>
              <a:defRPr>
                <a:solidFill>
                  <a:schemeClr val="bg1"/>
                </a:solidFill>
              </a:defRPr>
            </a:lvl2pPr>
            <a:lvl3pPr marL="450000" indent="0">
              <a:buFontTx/>
              <a:buNone/>
              <a:defRPr>
                <a:solidFill>
                  <a:schemeClr val="bg1"/>
                </a:solidFill>
              </a:defRPr>
            </a:lvl3pPr>
            <a:lvl4pPr marL="630000" indent="0">
              <a:buFontTx/>
              <a:buNone/>
              <a:defRPr>
                <a:solidFill>
                  <a:schemeClr val="bg1"/>
                </a:solidFill>
              </a:defRPr>
            </a:lvl4pPr>
            <a:lvl5pPr marL="8100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</a:p>
        </p:txBody>
      </p:sp>
    </p:spTree>
    <p:extLst>
      <p:ext uri="{BB962C8B-B14F-4D97-AF65-F5344CB8AC3E}">
        <p14:creationId xmlns:p14="http://schemas.microsoft.com/office/powerpoint/2010/main" val="2464634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with brand 1">
            <a:extLst>
              <a:ext uri="{FF2B5EF4-FFF2-40B4-BE49-F238E27FC236}">
                <a16:creationId xmlns:a16="http://schemas.microsoft.com/office/drawing/2014/main" id="{87830F85-CC7B-4FC2-AA25-0ED6B2E1480F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0" y="0"/>
            <a:ext cx="3100000" cy="5146000"/>
          </a:xfrm>
          <a:blipFill>
            <a:blip r:embed="rId2"/>
            <a:stretch>
              <a:fillRect/>
            </a:stretch>
          </a:blipFill>
        </p:spPr>
        <p:txBody>
          <a:bodyPr lIns="360000" tIns="1134000" rIns="144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  <a:br>
              <a:rPr lang="de-DE"/>
            </a:br>
            <a:r>
              <a:rPr lang="de-DE"/>
              <a:t>--Ändern Sie die Größe des Platzhaltes NICHT! - Das Markenelement darf nicht verzerrt werden!--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2934000" cy="990000"/>
          </a:xfrm>
        </p:spPr>
        <p:txBody>
          <a:bodyPr lIns="360000" t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3096000" y="0"/>
            <a:ext cx="6048000" cy="51435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</p:spTree>
    <p:extLst>
      <p:ext uri="{BB962C8B-B14F-4D97-AF65-F5344CB8AC3E}">
        <p14:creationId xmlns:p14="http://schemas.microsoft.com/office/powerpoint/2010/main" val="2548313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i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/>
          <p:cNvSpPr>
            <a:spLocks noGrp="1"/>
          </p:cNvSpPr>
          <p:nvPr>
            <p:ph type="pic" sz="quarter" idx="2"/>
          </p:nvPr>
        </p:nvSpPr>
        <p:spPr>
          <a:xfrm>
            <a:off x="0" y="0"/>
            <a:ext cx="9144000" cy="5143500"/>
          </a:xfrm>
        </p:spPr>
        <p:txBody>
          <a:bodyPr anchor="t" anchorCtr="1"/>
          <a:lstStyle>
            <a:lvl1pPr marL="3587750" indent="0" algn="l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 placeholder with brand">
            <a:extLst>
              <a:ext uri="{FF2B5EF4-FFF2-40B4-BE49-F238E27FC236}">
                <a16:creationId xmlns:a16="http://schemas.microsoft.com/office/drawing/2014/main" id="{E7A7BC47-5BFD-4C19-94A3-96984B52B69F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360000" y="288000"/>
            <a:ext cx="2880000" cy="4374488"/>
          </a:xfrm>
          <a:blipFill>
            <a:blip r:embed="rId2"/>
            <a:stretch>
              <a:fillRect/>
            </a:stretch>
          </a:blipFill>
        </p:spPr>
        <p:txBody>
          <a:bodyPr lIns="144000" tIns="1008000" r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  <a:br>
              <a:rPr lang="de-DE"/>
            </a:br>
            <a:r>
              <a:rPr lang="de-DE"/>
              <a:t>--Ändern Sie die Größe des Platzhaltes NICHT! - Das Markenelement darf nicht verzerrt werden!--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0000" y="288000"/>
            <a:ext cx="2880000" cy="828000"/>
          </a:xfrm>
        </p:spPr>
        <p:txBody>
          <a:bodyPr lIns="144000" tIns="144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Title</a:t>
            </a:r>
            <a:br>
              <a:rPr lang="de-DE"/>
            </a:br>
            <a:r>
              <a:rPr lang="de-DE"/>
              <a:t>(max. 2-zeilig)</a:t>
            </a:r>
          </a:p>
        </p:txBody>
      </p:sp>
    </p:spTree>
    <p:extLst>
      <p:ext uri="{BB962C8B-B14F-4D97-AF65-F5344CB8AC3E}">
        <p14:creationId xmlns:p14="http://schemas.microsoft.com/office/powerpoint/2010/main" val="1804153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with brand 1">
            <a:extLst>
              <a:ext uri="{FF2B5EF4-FFF2-40B4-BE49-F238E27FC236}">
                <a16:creationId xmlns:a16="http://schemas.microsoft.com/office/drawing/2014/main" id="{9797811E-718E-49FB-9718-F61B7CBC64CD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6120000" y="0"/>
            <a:ext cx="3024000" cy="5144400"/>
          </a:xfrm>
          <a:blipFill>
            <a:blip r:embed="rId2"/>
            <a:stretch>
              <a:fillRect/>
            </a:stretch>
          </a:blipFill>
        </p:spPr>
        <p:txBody>
          <a:bodyPr lIns="144000" tIns="1134000" rIns="144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  <a:br>
              <a:rPr lang="de-DE"/>
            </a:br>
            <a:r>
              <a:rPr lang="de-DE"/>
              <a:t>--Ändern Sie die Größe des Platzhaltes NICHT! - Das Markenelement darf nicht verzerrt werden!--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20000" y="0"/>
            <a:ext cx="2880000" cy="990000"/>
          </a:xfrm>
        </p:spPr>
        <p:txBody>
          <a:bodyPr lIns="144000" t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6120000" cy="51435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</p:spTree>
    <p:extLst>
      <p:ext uri="{BB962C8B-B14F-4D97-AF65-F5344CB8AC3E}">
        <p14:creationId xmlns:p14="http://schemas.microsoft.com/office/powerpoint/2010/main" val="2712360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in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 algn="l">
              <a:buFontTx/>
              <a:buNone/>
              <a:defRPr/>
            </a:lvl1pPr>
          </a:lstStyle>
          <a:p>
            <a:br>
              <a:rPr lang="de-DE"/>
            </a:br>
            <a:r>
              <a:rPr lang="de-DE"/>
              <a:t>                  </a:t>
            </a:r>
            <a:br>
              <a:rPr lang="de-DE"/>
            </a:br>
            <a:r>
              <a:rPr lang="de-DE"/>
              <a:t>       Bild durch Klicken auf das Symbol hinzufügen</a:t>
            </a:r>
            <a:br>
              <a:rPr lang="de-DE"/>
            </a:br>
            <a:r>
              <a:rPr lang="de-DE"/>
              <a:t>       Bitte folgenden Sie der Verknüpfung in Ihrem Bilderverzeichnis,</a:t>
            </a:r>
            <a:br>
              <a:rPr lang="de-DE"/>
            </a:br>
            <a:r>
              <a:rPr lang="de-DE"/>
              <a:t>       nutzen Sie nur lizenzierte Bilder</a:t>
            </a:r>
          </a:p>
        </p:txBody>
      </p:sp>
      <p:sp>
        <p:nvSpPr>
          <p:cNvPr id="4" name="Text placeholder with brand">
            <a:extLst>
              <a:ext uri="{FF2B5EF4-FFF2-40B4-BE49-F238E27FC236}">
                <a16:creationId xmlns:a16="http://schemas.microsoft.com/office/drawing/2014/main" id="{217C621E-33AF-4FA1-BF28-B7DBAB839EBD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5976000" y="288000"/>
            <a:ext cx="2879636" cy="4374488"/>
          </a:xfrm>
          <a:blipFill>
            <a:blip r:embed="rId2"/>
            <a:stretch>
              <a:fillRect/>
            </a:stretch>
          </a:blipFill>
        </p:spPr>
        <p:txBody>
          <a:bodyPr lIns="144000" tIns="1008000" r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  <a:br>
              <a:rPr lang="de-DE"/>
            </a:br>
            <a:r>
              <a:rPr lang="de-DE"/>
              <a:t>--Ändern Sie die Größe des Platzhaltes NICHT! - Das Markenelement darf nicht verzerrt werden!--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976000" y="288000"/>
            <a:ext cx="2880000" cy="828000"/>
          </a:xfrm>
        </p:spPr>
        <p:txBody>
          <a:bodyPr lIns="144000" tIns="144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</p:spTree>
    <p:extLst>
      <p:ext uri="{BB962C8B-B14F-4D97-AF65-F5344CB8AC3E}">
        <p14:creationId xmlns:p14="http://schemas.microsoft.com/office/powerpoint/2010/main" val="3452777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B71E280-9623-4F29-8424-0016496D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BE70-174B-4BBD-B151-ECF97DA33D7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E1EC06-BDD0-464F-A7E1-30298133575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120000" y="1432800"/>
            <a:ext cx="3024000" cy="2329200"/>
          </a:xfrm>
          <a:solidFill>
            <a:schemeClr val="accent1"/>
          </a:solidFill>
        </p:spPr>
        <p:txBody>
          <a:bodyPr lIns="180000" anchor="ctr" anchorCtr="1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70000" indent="0" algn="l">
              <a:buNone/>
              <a:defRPr>
                <a:solidFill>
                  <a:schemeClr val="bg1"/>
                </a:solidFill>
              </a:defRPr>
            </a:lvl2pPr>
            <a:lvl3pPr marL="450000" indent="0" algn="l">
              <a:buNone/>
              <a:defRPr>
                <a:solidFill>
                  <a:schemeClr val="bg1"/>
                </a:solidFill>
              </a:defRPr>
            </a:lvl3pPr>
            <a:lvl4pPr marL="630000" indent="0" algn="l">
              <a:buNone/>
              <a:defRPr>
                <a:solidFill>
                  <a:schemeClr val="bg1"/>
                </a:solidFill>
              </a:defRPr>
            </a:lvl4pPr>
            <a:lvl5pPr marL="8100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61FA4F4F-01D5-49D9-979E-64C25DDFB5A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1800000" y="1432800"/>
            <a:ext cx="4320000" cy="23292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 nutzen Sie nur lizenzierte Bilder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10498A-D556-4FE4-82E8-590E97F05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BD332ECF-F146-4117-8DF5-EFFF0630018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953414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ex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B71E280-9623-4F29-8424-0016496D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72BE70-174B-4BBD-B151-ECF97DA33D7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E1EC06-BDD0-464F-A7E1-30298133575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120000" y="1432800"/>
            <a:ext cx="3024000" cy="2329200"/>
          </a:xfrm>
          <a:solidFill>
            <a:schemeClr val="tx2"/>
          </a:solidFill>
        </p:spPr>
        <p:txBody>
          <a:bodyPr lIns="180000" anchor="ctr" anchorCtr="1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70000" indent="0" algn="l">
              <a:buNone/>
              <a:defRPr>
                <a:solidFill>
                  <a:schemeClr val="bg1"/>
                </a:solidFill>
              </a:defRPr>
            </a:lvl2pPr>
            <a:lvl3pPr marL="450000" indent="0" algn="l">
              <a:buNone/>
              <a:defRPr>
                <a:solidFill>
                  <a:schemeClr val="bg1"/>
                </a:solidFill>
              </a:defRPr>
            </a:lvl3pPr>
            <a:lvl4pPr marL="630000" indent="0" algn="l">
              <a:buNone/>
              <a:defRPr>
                <a:solidFill>
                  <a:schemeClr val="bg1"/>
                </a:solidFill>
              </a:defRPr>
            </a:lvl4pPr>
            <a:lvl5pPr marL="8100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61FA4F4F-01D5-49D9-979E-64C25DDFB5A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1800000" y="1432800"/>
            <a:ext cx="4320000" cy="23292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 nutzen Sie nur lizenzierte Bilder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10498A-D556-4FE4-82E8-590E97F05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BD332ECF-F146-4117-8DF5-EFFF0630018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107058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, Content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1134000"/>
            <a:ext cx="2304000" cy="352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Chapter 1"/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1817894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1134000"/>
            <a:ext cx="2304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2930400"/>
            <a:ext cx="2304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2A0F84D0-F6A3-4306-B077-4E59A6BFC472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0460375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11340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23328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35316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8CCAE5B8-4748-4D90-B3E9-AF72F173A9E8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874761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88000"/>
            <a:ext cx="6336000" cy="702000"/>
          </a:xfrm>
        </p:spPr>
        <p:txBody>
          <a:bodyPr/>
          <a:lstStyle/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11820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2364000"/>
            <a:ext cx="2304000" cy="111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5" hasCustomPrompt="1"/>
          </p:nvPr>
        </p:nvSpPr>
        <p:spPr>
          <a:xfrm>
            <a:off x="6840000" y="3546000"/>
            <a:ext cx="2304000" cy="111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814C6A53-1BC1-440B-9D8A-BF926FBFFC4E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547094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88000"/>
            <a:ext cx="6336000" cy="702000"/>
          </a:xfrm>
        </p:spPr>
        <p:txBody>
          <a:bodyPr/>
          <a:lstStyle>
            <a:lvl1pPr/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9405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18810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5" hasCustomPrompt="1"/>
          </p:nvPr>
        </p:nvSpPr>
        <p:spPr>
          <a:xfrm>
            <a:off x="6840000" y="28215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6" hasCustomPrompt="1"/>
          </p:nvPr>
        </p:nvSpPr>
        <p:spPr>
          <a:xfrm>
            <a:off x="6840000" y="37620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00336B0E-1068-447F-8E91-8CC63D15ED02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8996522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Folientitel(27 pt, fett, max. 2-zeilig)</a:t>
            </a:r>
            <a:br>
              <a:rPr lang="de-DE"/>
            </a:br>
            <a:r>
              <a:rPr lang="de-DE" noProof="0"/>
              <a:t>(dieses Layout ist für Bildserien gedacht)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36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  <a:p>
            <a:pPr lvl="0"/>
            <a:endParaRPr lang="de-DE"/>
          </a:p>
        </p:txBody>
      </p:sp>
      <p:sp>
        <p:nvSpPr>
          <p:cNvPr id="9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324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12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36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5" hasCustomPrompt="1"/>
          </p:nvPr>
        </p:nvSpPr>
        <p:spPr>
          <a:xfrm>
            <a:off x="324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6" hasCustomPrompt="1"/>
          </p:nvPr>
        </p:nvSpPr>
        <p:spPr>
          <a:xfrm>
            <a:off x="612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C95EBED2-D162-4F24-BA4E-101A83BBC65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48069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50">
          <p15:clr>
            <a:srgbClr val="A4A3A4"/>
          </p15:clr>
        </p15:guide>
        <p15:guide id="2" pos="2041">
          <p15:clr>
            <a:srgbClr val="A4A3A4"/>
          </p15:clr>
        </p15:guide>
        <p15:guide id="3" pos="3764">
          <p15:clr>
            <a:srgbClr val="A4A3A4"/>
          </p15:clr>
        </p15:guide>
        <p15:guide id="4" pos="3855">
          <p15:clr>
            <a:srgbClr val="A4A3A4"/>
          </p15:clr>
        </p15:guide>
        <p15:guide id="5" orient="horz" pos="1803">
          <p15:clr>
            <a:srgbClr val="A4A3A4"/>
          </p15:clr>
        </p15:guide>
        <p15:guide id="6" orient="horz" pos="1846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 Contents Blue 3">
    <p:bg>
      <p:bgPr>
        <a:solidFill>
          <a:srgbClr val="00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Folientitel(27 pt, fett, max. 2-zeilig)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36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324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12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type="pic" sz="quarter" idx="4" hasCustomPrompt="1"/>
          </p:nvPr>
        </p:nvSpPr>
        <p:spPr>
          <a:xfrm>
            <a:off x="36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Bild durch Klicken auf das Symbol hinzufügen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type="pic" sz="quarter" idx="5" hasCustomPrompt="1"/>
          </p:nvPr>
        </p:nvSpPr>
        <p:spPr>
          <a:xfrm>
            <a:off x="324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Bild durch Klicken auf das Symbol hinzufügen</a:t>
            </a: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6" hasCustomPrompt="1"/>
          </p:nvPr>
        </p:nvSpPr>
        <p:spPr>
          <a:xfrm>
            <a:off x="612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Bild durch Klicken auf das Symbol hinzufügen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C95EBED2-D162-4F24-BA4E-101A83BBC65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194980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50">
          <p15:clr>
            <a:srgbClr val="A4A3A4"/>
          </p15:clr>
        </p15:guide>
        <p15:guide id="2" pos="2041">
          <p15:clr>
            <a:srgbClr val="A4A3A4"/>
          </p15:clr>
        </p15:guide>
        <p15:guide id="3" pos="3764">
          <p15:clr>
            <a:srgbClr val="A4A3A4"/>
          </p15:clr>
        </p15:guide>
        <p15:guide id="4" pos="3855">
          <p15:clr>
            <a:srgbClr val="A4A3A4"/>
          </p15:clr>
        </p15:guide>
        <p15:guide id="5" orient="horz" pos="1803">
          <p15:clr>
            <a:srgbClr val="A4A3A4"/>
          </p15:clr>
        </p15:guide>
        <p15:guide id="6" orient="horz" pos="1846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5 Contents, 1 Picure Blue 3">
    <p:bg>
      <p:bgPr>
        <a:solidFill>
          <a:srgbClr val="00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Folientitel(27 pt, fett, max. 2-zeilig)</a:t>
            </a:r>
            <a:br>
              <a:rPr lang="de-DE"/>
            </a:br>
            <a:r>
              <a:rPr lang="de-DE" noProof="0"/>
              <a:t>(dieses Layout ist für Bildserien gedacht)</a:t>
            </a:r>
          </a:p>
        </p:txBody>
      </p:sp>
      <p:sp>
        <p:nvSpPr>
          <p:cNvPr id="9" name="Content Placeholder 1 neu"/>
          <p:cNvSpPr>
            <a:spLocks noGrp="1"/>
          </p:cNvSpPr>
          <p:nvPr>
            <p:ph sz="quarter" idx="1" hasCustomPrompt="1"/>
          </p:nvPr>
        </p:nvSpPr>
        <p:spPr>
          <a:xfrm>
            <a:off x="360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2088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3816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5544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5" hasCustomPrompt="1"/>
          </p:nvPr>
        </p:nvSpPr>
        <p:spPr>
          <a:xfrm>
            <a:off x="7272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2" name="Picture Placeholder 1"/>
          <p:cNvSpPr>
            <a:spLocks noGrp="1"/>
          </p:cNvSpPr>
          <p:nvPr>
            <p:ph type="pic" sz="quarter" idx="6" hasCustomPrompt="1"/>
          </p:nvPr>
        </p:nvSpPr>
        <p:spPr>
          <a:xfrm>
            <a:off x="360000" y="2574000"/>
            <a:ext cx="8496000" cy="208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Bild durch Klicken auf das Symbol hinzufügen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C95EBED2-D162-4F24-BA4E-101A83BBC65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8004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25">
          <p15:clr>
            <a:srgbClr val="A4A3A4"/>
          </p15:clr>
        </p15:guide>
        <p15:guide id="2" pos="1315">
          <p15:clr>
            <a:srgbClr val="A4A3A4"/>
          </p15:clr>
        </p15:guide>
        <p15:guide id="3" pos="2313">
          <p15:clr>
            <a:srgbClr val="A4A3A4"/>
          </p15:clr>
        </p15:guide>
        <p15:guide id="4" pos="2404">
          <p15:clr>
            <a:srgbClr val="A4A3A4"/>
          </p15:clr>
        </p15:guide>
        <p15:guide id="5" pos="3402">
          <p15:clr>
            <a:srgbClr val="A4A3A4"/>
          </p15:clr>
        </p15:guide>
        <p15:guide id="6" orient="horz" pos="1621">
          <p15:clr>
            <a:srgbClr val="A4A3A4"/>
          </p15:clr>
        </p15:guide>
        <p15:guide id="7" pos="3492">
          <p15:clr>
            <a:srgbClr val="A4A3A4"/>
          </p15:clr>
        </p15:guide>
        <p15:guide id="8" pos="4490">
          <p15:clr>
            <a:srgbClr val="A4A3A4"/>
          </p15:clr>
        </p15:guide>
        <p15:guide id="9" pos="4581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8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Folientitel(27 pt, fett, max. 2-zeilig)</a:t>
            </a:r>
            <a:br>
              <a:rPr lang="de-DE"/>
            </a:br>
            <a:r>
              <a:rPr lang="de-DE" noProof="0"/>
              <a:t>(dieses Layout ist für Bildserien gedacht)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sz="quarter" idx="1" hasCustomPrompt="1"/>
          </p:nvPr>
        </p:nvSpPr>
        <p:spPr>
          <a:xfrm>
            <a:off x="36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" hasCustomPrompt="1"/>
          </p:nvPr>
        </p:nvSpPr>
        <p:spPr>
          <a:xfrm>
            <a:off x="252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3" hasCustomPrompt="1"/>
          </p:nvPr>
        </p:nvSpPr>
        <p:spPr>
          <a:xfrm>
            <a:off x="468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5" hasCustomPrompt="1"/>
          </p:nvPr>
        </p:nvSpPr>
        <p:spPr>
          <a:xfrm>
            <a:off x="36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35" name="Picture Placeholder 6"/>
          <p:cNvSpPr>
            <a:spLocks noGrp="1"/>
          </p:cNvSpPr>
          <p:nvPr>
            <p:ph type="pic" sz="quarter" idx="6" hasCustomPrompt="1"/>
          </p:nvPr>
        </p:nvSpPr>
        <p:spPr>
          <a:xfrm>
            <a:off x="252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37" name="Bildplatzhalter 7"/>
          <p:cNvSpPr>
            <a:spLocks noGrp="1"/>
          </p:cNvSpPr>
          <p:nvPr>
            <p:ph type="pic" sz="quarter" idx="7" hasCustomPrompt="1"/>
          </p:nvPr>
        </p:nvSpPr>
        <p:spPr>
          <a:xfrm>
            <a:off x="468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8" hasCustomPrompt="1"/>
          </p:nvPr>
        </p:nvSpPr>
        <p:spPr>
          <a:xfrm>
            <a:off x="684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5" name="Text Placeholder 1"/>
          <p:cNvSpPr>
            <a:spLocks noGrp="1"/>
          </p:cNvSpPr>
          <p:nvPr>
            <p:ph type="body" idx="13" hasCustomPrompt="1"/>
          </p:nvPr>
        </p:nvSpPr>
        <p:spPr>
          <a:xfrm>
            <a:off x="36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17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252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19" name="Text Placeholder 3"/>
          <p:cNvSpPr>
            <a:spLocks noGrp="1"/>
          </p:cNvSpPr>
          <p:nvPr>
            <p:ph type="body" idx="15" hasCustomPrompt="1"/>
          </p:nvPr>
        </p:nvSpPr>
        <p:spPr>
          <a:xfrm>
            <a:off x="468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21" name="Text Placeholder 4"/>
          <p:cNvSpPr>
            <a:spLocks noGrp="1"/>
          </p:cNvSpPr>
          <p:nvPr>
            <p:ph type="body" idx="16" hasCustomPrompt="1"/>
          </p:nvPr>
        </p:nvSpPr>
        <p:spPr>
          <a:xfrm>
            <a:off x="684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16" name="Text Placeholder 5"/>
          <p:cNvSpPr>
            <a:spLocks noGrp="1"/>
          </p:cNvSpPr>
          <p:nvPr>
            <p:ph type="body" idx="17" hasCustomPrompt="1"/>
          </p:nvPr>
        </p:nvSpPr>
        <p:spPr>
          <a:xfrm>
            <a:off x="356400" y="43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18" name="Text Placeholder 6"/>
          <p:cNvSpPr>
            <a:spLocks noGrp="1"/>
          </p:cNvSpPr>
          <p:nvPr>
            <p:ph type="body" idx="18" hasCustomPrompt="1"/>
          </p:nvPr>
        </p:nvSpPr>
        <p:spPr>
          <a:xfrm>
            <a:off x="2520000" y="4336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20" name="Text Placeholder 7"/>
          <p:cNvSpPr>
            <a:spLocks noGrp="1"/>
          </p:cNvSpPr>
          <p:nvPr>
            <p:ph type="body" idx="19" hasCustomPrompt="1"/>
          </p:nvPr>
        </p:nvSpPr>
        <p:spPr>
          <a:xfrm>
            <a:off x="4680000" y="4336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22" name="Text Placeholder 8"/>
          <p:cNvSpPr>
            <a:spLocks noGrp="1"/>
          </p:cNvSpPr>
          <p:nvPr>
            <p:ph type="body" idx="20" hasCustomPrompt="1"/>
          </p:nvPr>
        </p:nvSpPr>
        <p:spPr>
          <a:xfrm>
            <a:off x="6840000" y="4336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BCD41B3E-B487-42DF-B17F-B8D118B4054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2494623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57">
          <p15:clr>
            <a:srgbClr val="A4A3A4"/>
          </p15:clr>
        </p15:guide>
        <p15:guide id="2" pos="1497">
          <p15:clr>
            <a:srgbClr val="A4A3A4"/>
          </p15:clr>
        </p15:guide>
        <p15:guide id="3" pos="1587">
          <p15:clr>
            <a:srgbClr val="A4A3A4"/>
          </p15:clr>
        </p15:guide>
        <p15:guide id="4" pos="2948">
          <p15:clr>
            <a:srgbClr val="A4A3A4"/>
          </p15:clr>
        </p15:guide>
        <p15:guide id="5" pos="4218">
          <p15:clr>
            <a:srgbClr val="A4A3A4"/>
          </p15:clr>
        </p15:guide>
        <p15:guide id="6" pos="4309">
          <p15:clr>
            <a:srgbClr val="A4A3A4"/>
          </p15:clr>
        </p15:guide>
        <p15:guide id="7" orient="horz" pos="1846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50478DA-8DF4-3A85-30AD-417E422CA832}"/>
              </a:ext>
            </a:extLst>
          </p:cNvPr>
          <p:cNvGraphicFramePr>
            <a:graphicFrameLocks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55017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5" imgW="410" imgH="409" progId="TCLayout.ActiveDocument.1">
                  <p:embed/>
                </p:oleObj>
              </mc:Choice>
              <mc:Fallback>
                <p:oleObj name="think-cell Folie" r:id="rId45" imgW="410" imgH="409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0478DA-8DF4-3A85-30AD-417E422CA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Raute 1">
            <a:extLst>
              <a:ext uri="{FF2B5EF4-FFF2-40B4-BE49-F238E27FC236}">
                <a16:creationId xmlns:a16="http://schemas.microsoft.com/office/drawing/2014/main" id="{13371E05-40BC-45CB-B6D8-96C90AA66DBF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798633"/>
            <a:ext cx="251805" cy="25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288000"/>
            <a:ext cx="8496000" cy="702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idx="1"/>
          </p:nvPr>
        </p:nvSpPr>
        <p:spPr>
          <a:xfrm>
            <a:off x="360000" y="1134000"/>
            <a:ext cx="8496000" cy="35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 err="1"/>
              <a:t>Dritte Ebene</a:t>
            </a:r>
          </a:p>
          <a:p>
            <a:pPr lvl="3"/>
            <a:r>
              <a:rPr lang="de-DE" err="1"/>
              <a:t>Vierte Ebene</a:t>
            </a:r>
          </a:p>
          <a:p>
            <a:pPr lvl="4"/>
            <a:r>
              <a:rPr lang="de-DE" err="1"/>
              <a:t>Fünfte Ebene</a:t>
            </a:r>
          </a:p>
          <a:p>
            <a:pPr lvl="5"/>
            <a:r>
              <a:rPr lang="de-DE" err="1"/>
              <a:t>Sechste Ebene</a:t>
            </a:r>
          </a:p>
          <a:p>
            <a:pPr lvl="6"/>
            <a:r>
              <a:rPr lang="de-DE" err="1"/>
              <a:t>Siebte Ebene</a:t>
            </a:r>
          </a:p>
          <a:p>
            <a:pPr lvl="7"/>
            <a:r>
              <a:rPr lang="de-DE" err="1"/>
              <a:t>Achte Ebene</a:t>
            </a:r>
          </a:p>
          <a:p>
            <a:pPr lvl="8"/>
            <a:r>
              <a:rPr lang="de-DE" err="1"/>
              <a:t>Neunte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34000" y="4860000"/>
            <a:ext cx="826000" cy="135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>
              <a:defRPr lang="de-DE" sz="1000" smtClean="0">
                <a:solidFill>
                  <a:schemeClr val="tx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2000" y="4860000"/>
            <a:ext cx="2952000" cy="135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6000" y="4860000"/>
            <a:ext cx="252000" cy="135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lang="de-DE" sz="1000" smtClean="0">
                <a:solidFill>
                  <a:schemeClr val="tx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RS">
            <a:extLst>
              <a:ext uri="{FF2B5EF4-FFF2-40B4-BE49-F238E27FC236}">
                <a16:creationId xmlns:a16="http://schemas.microsoft.com/office/drawing/2014/main" id="{029FCEA5-63CE-4A2B-91C7-30BE6804F8A6}"/>
              </a:ext>
            </a:extLst>
          </p:cNvPr>
          <p:cNvSpPr txBox="1"/>
          <p:nvPr/>
        </p:nvSpPr>
        <p:spPr>
          <a:xfrm>
            <a:off x="918000" y="4842100"/>
            <a:ext cx="1114000" cy="153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de-DE" sz="1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024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36" r:id="rId4"/>
    <p:sldLayoutId id="2147483741" r:id="rId5"/>
    <p:sldLayoutId id="2147483742" r:id="rId6"/>
    <p:sldLayoutId id="2147483744" r:id="rId7"/>
    <p:sldLayoutId id="2147483740" r:id="rId8"/>
    <p:sldLayoutId id="2147483704" r:id="rId9"/>
    <p:sldLayoutId id="2147483725" r:id="rId10"/>
    <p:sldLayoutId id="2147483724" r:id="rId11"/>
    <p:sldLayoutId id="2147483723" r:id="rId12"/>
    <p:sldLayoutId id="2147483705" r:id="rId13"/>
    <p:sldLayoutId id="2147483734" r:id="rId14"/>
    <p:sldLayoutId id="2147483706" r:id="rId15"/>
    <p:sldLayoutId id="2147483726" r:id="rId16"/>
    <p:sldLayoutId id="2147483707" r:id="rId17"/>
    <p:sldLayoutId id="2147483727" r:id="rId18"/>
    <p:sldLayoutId id="2147483708" r:id="rId19"/>
    <p:sldLayoutId id="2147483735" r:id="rId20"/>
    <p:sldLayoutId id="2147483709" r:id="rId21"/>
    <p:sldLayoutId id="2147483729" r:id="rId22"/>
    <p:sldLayoutId id="2147483710" r:id="rId23"/>
    <p:sldLayoutId id="2147483730" r:id="rId24"/>
    <p:sldLayoutId id="2147483731" r:id="rId25"/>
    <p:sldLayoutId id="2147483737" r:id="rId26"/>
    <p:sldLayoutId id="2147483738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39" r:id="rId33"/>
    <p:sldLayoutId id="2147483716" r:id="rId34"/>
    <p:sldLayoutId id="2147483717" r:id="rId35"/>
    <p:sldLayoutId id="2147483718" r:id="rId36"/>
    <p:sldLayoutId id="2147483719" r:id="rId37"/>
    <p:sldLayoutId id="2147483720" r:id="rId38"/>
    <p:sldLayoutId id="2147483721" r:id="rId39"/>
    <p:sldLayoutId id="2147483732" r:id="rId40"/>
    <p:sldLayoutId id="2147483733" r:id="rId41"/>
    <p:sldLayoutId id="2147483722" r:id="rId42"/>
  </p:sldLayoutIdLst>
  <p:hf sldNum="0"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700" b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Arial" panose="020B0604020202020204" pitchFamily="34" charset="0"/>
        <a:buChar char="►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3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99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17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35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53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171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27">
          <p15:clr>
            <a:srgbClr val="F26B43"/>
          </p15:clr>
        </p15:guide>
        <p15:guide id="3" pos="5580">
          <p15:clr>
            <a:srgbClr val="F26B43"/>
          </p15:clr>
        </p15:guide>
        <p15:guide id="4" orient="horz" pos="181">
          <p15:clr>
            <a:srgbClr val="F26B43"/>
          </p15:clr>
        </p15:guide>
        <p15:guide id="5" orient="horz" pos="624">
          <p15:clr>
            <a:srgbClr val="F26B43"/>
          </p15:clr>
        </p15:guide>
        <p15:guide id="6" orient="horz" pos="714">
          <p15:clr>
            <a:srgbClr val="F26B43"/>
          </p15:clr>
        </p15:guide>
        <p15:guide id="7" orient="horz" pos="293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emf"/><Relationship Id="rId9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5" Type="http://schemas.openxmlformats.org/officeDocument/2006/relationships/image" Target="../media/image18.png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5" Type="http://schemas.openxmlformats.org/officeDocument/2006/relationships/image" Target="../media/image19.png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5" Type="http://schemas.openxmlformats.org/officeDocument/2006/relationships/image" Target="../media/image18.png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8.xml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3775EF7-B199-143D-2ADB-914B0945777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1436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775EF7-B199-143D-2ADB-914B094577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95C885-E9C8-0A18-4C65-A976942DEE3D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8B62F-2E28-30D4-5EBD-4BFF4FBECD1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16.04.26</a:t>
            </a:r>
          </a:p>
          <a:p>
            <a:r>
              <a:rPr lang="en-US"/>
              <a:t>GF-KS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249280-4E79-260A-D70A-9A46ADEFB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0"/>
          <a:lstStyle/>
          <a:p>
            <a:r>
              <a:rPr lang="en-US"/>
              <a:t>Corporate Planning Process Time Plan</a:t>
            </a:r>
            <a:br>
              <a:rPr lang="en-US" b="0"/>
            </a:br>
            <a:br>
              <a:rPr lang="en-US" b="0"/>
            </a:br>
            <a:r>
              <a:rPr lang="en-US" sz="2000"/>
              <a:t>VP Workshop 16.04.2026</a:t>
            </a:r>
            <a:endParaRPr lang="en-US"/>
          </a:p>
        </p:txBody>
      </p:sp>
      <p:sp>
        <p:nvSpPr>
          <p:cNvPr id="5" name="RS_Classification">
            <a:extLst>
              <a:ext uri="{FF2B5EF4-FFF2-40B4-BE49-F238E27FC236}">
                <a16:creationId xmlns:a16="http://schemas.microsoft.com/office/drawing/2014/main" id="{5E201833-A223-A6D4-6BCC-711CF7D2CF1F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0607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B25A-3CD5-D660-AB9B-36E2D436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E18F44F-D68C-95CF-2EE4-0B6A799FB13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27" imgH="327" progId="TCLayout.ActiveDocument.1">
                  <p:embed/>
                </p:oleObj>
              </mc:Choice>
              <mc:Fallback>
                <p:oleObj name="think-cell Folie" r:id="rId3" imgW="327" imgH="327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18F44F-D68C-95CF-2EE4-0B6A799FB1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F2BED4A-74A8-975D-7B89-F8BF2900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definitions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B0D55B3-125F-E871-D9DF-22788425F368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A19F04-1833-4CE7-FB2C-6F5B7F953B21}"/>
              </a:ext>
            </a:extLst>
          </p:cNvPr>
          <p:cNvSpPr/>
          <p:nvPr/>
        </p:nvSpPr>
        <p:spPr>
          <a:xfrm>
            <a:off x="590550" y="1133475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Corporate Planning Process (CPP)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BC6D87-A11E-C407-E9BC-7C1BC39C992D}"/>
              </a:ext>
            </a:extLst>
          </p:cNvPr>
          <p:cNvSpPr/>
          <p:nvPr/>
        </p:nvSpPr>
        <p:spPr>
          <a:xfrm>
            <a:off x="590550" y="1857278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Business plan (BP)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E068CE-CF94-BADB-DAF0-7B6D38866BFF}"/>
              </a:ext>
            </a:extLst>
          </p:cNvPr>
          <p:cNvSpPr/>
          <p:nvPr/>
        </p:nvSpPr>
        <p:spPr>
          <a:xfrm>
            <a:off x="590550" y="2581080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Targets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30F598-8113-4FEF-81E1-4D63F7CF8AA4}"/>
              </a:ext>
            </a:extLst>
          </p:cNvPr>
          <p:cNvSpPr/>
          <p:nvPr/>
        </p:nvSpPr>
        <p:spPr>
          <a:xfrm>
            <a:off x="590550" y="3304883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 err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Wirtschaftsplan</a:t>
            </a:r>
            <a:r>
              <a:rPr lang="en-US" sz="1200" b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 (WP) / Budget 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B602A6-BF47-997D-1102-1A397A61D23C}"/>
              </a:ext>
            </a:extLst>
          </p:cNvPr>
          <p:cNvSpPr/>
          <p:nvPr/>
        </p:nvSpPr>
        <p:spPr>
          <a:xfrm>
            <a:off x="590550" y="4028685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Workstream 1 &amp; 2: Financial Planning Process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B8A716C-380B-7A1E-19A9-F7DF928429C9}"/>
              </a:ext>
            </a:extLst>
          </p:cNvPr>
          <p:cNvSpPr/>
          <p:nvPr/>
        </p:nvSpPr>
        <p:spPr>
          <a:xfrm>
            <a:off x="360000" y="1198376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A1A75E8-EBF5-7ECB-C888-B8883710E65D}"/>
              </a:ext>
            </a:extLst>
          </p:cNvPr>
          <p:cNvSpPr/>
          <p:nvPr/>
        </p:nvSpPr>
        <p:spPr>
          <a:xfrm>
            <a:off x="360000" y="1922179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FFD8810-3559-50A8-C939-5CB385CE4521}"/>
              </a:ext>
            </a:extLst>
          </p:cNvPr>
          <p:cNvSpPr/>
          <p:nvPr/>
        </p:nvSpPr>
        <p:spPr>
          <a:xfrm>
            <a:off x="360000" y="2645982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BF28F7-A9AE-0D86-E90E-21C1B1764AC3}"/>
              </a:ext>
            </a:extLst>
          </p:cNvPr>
          <p:cNvSpPr/>
          <p:nvPr/>
        </p:nvSpPr>
        <p:spPr>
          <a:xfrm>
            <a:off x="360000" y="3369785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CE76EA-8F78-7CE6-C8BE-3F5029392DFB}"/>
              </a:ext>
            </a:extLst>
          </p:cNvPr>
          <p:cNvSpPr/>
          <p:nvPr/>
        </p:nvSpPr>
        <p:spPr>
          <a:xfrm>
            <a:off x="360000" y="4093587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C8EC8F-8E73-50F5-1735-437E802419C5}"/>
              </a:ext>
            </a:extLst>
          </p:cNvPr>
          <p:cNvCxnSpPr/>
          <p:nvPr/>
        </p:nvCxnSpPr>
        <p:spPr>
          <a:xfrm>
            <a:off x="2476500" y="1180376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D6ABB1-EBEA-06F5-BBCB-04E9B4F6D1E1}"/>
              </a:ext>
            </a:extLst>
          </p:cNvPr>
          <p:cNvCxnSpPr/>
          <p:nvPr/>
        </p:nvCxnSpPr>
        <p:spPr>
          <a:xfrm>
            <a:off x="2476500" y="1904179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3A7CA55-7CA6-138B-7616-AE4A62F954BC}"/>
              </a:ext>
            </a:extLst>
          </p:cNvPr>
          <p:cNvCxnSpPr/>
          <p:nvPr/>
        </p:nvCxnSpPr>
        <p:spPr>
          <a:xfrm>
            <a:off x="2476500" y="2627982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B035C2-6C69-16A5-5934-6CDC1B9CA7BB}"/>
              </a:ext>
            </a:extLst>
          </p:cNvPr>
          <p:cNvCxnSpPr/>
          <p:nvPr/>
        </p:nvCxnSpPr>
        <p:spPr>
          <a:xfrm>
            <a:off x="2476500" y="3351784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F9B35E9-8BAE-2757-02B5-692C3B9E0531}"/>
              </a:ext>
            </a:extLst>
          </p:cNvPr>
          <p:cNvCxnSpPr/>
          <p:nvPr/>
        </p:nvCxnSpPr>
        <p:spPr>
          <a:xfrm>
            <a:off x="2476500" y="4075587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Calculator outline">
            <a:extLst>
              <a:ext uri="{FF2B5EF4-FFF2-40B4-BE49-F238E27FC236}">
                <a16:creationId xmlns:a16="http://schemas.microsoft.com/office/drawing/2014/main" id="{2AFF5E9F-5F94-C2E6-870C-425B97FD5F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400" y="3420185"/>
            <a:ext cx="403200" cy="403200"/>
          </a:xfrm>
          <a:prstGeom prst="rect">
            <a:avLst/>
          </a:prstGeom>
        </p:spPr>
      </p:pic>
      <p:pic>
        <p:nvPicPr>
          <p:cNvPr id="37" name="Graphic 36" descr="Bullseye outline">
            <a:extLst>
              <a:ext uri="{FF2B5EF4-FFF2-40B4-BE49-F238E27FC236}">
                <a16:creationId xmlns:a16="http://schemas.microsoft.com/office/drawing/2014/main" id="{73DC6950-BA92-93FC-F832-5AAEBEB3D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400" y="2696382"/>
            <a:ext cx="403200" cy="403200"/>
          </a:xfrm>
          <a:prstGeom prst="rect">
            <a:avLst/>
          </a:prstGeom>
        </p:spPr>
      </p:pic>
      <p:pic>
        <p:nvPicPr>
          <p:cNvPr id="39" name="Graphic 38" descr="Gantt Chart outline">
            <a:extLst>
              <a:ext uri="{FF2B5EF4-FFF2-40B4-BE49-F238E27FC236}">
                <a16:creationId xmlns:a16="http://schemas.microsoft.com/office/drawing/2014/main" id="{471F7DD7-C593-FE33-635D-EBCC5E3BA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400" y="1972579"/>
            <a:ext cx="403200" cy="403200"/>
          </a:xfrm>
          <a:prstGeom prst="rect">
            <a:avLst/>
          </a:prstGeom>
        </p:spPr>
      </p:pic>
      <p:pic>
        <p:nvPicPr>
          <p:cNvPr id="41" name="Graphic 40" descr="Chevron arrows outline">
            <a:extLst>
              <a:ext uri="{FF2B5EF4-FFF2-40B4-BE49-F238E27FC236}">
                <a16:creationId xmlns:a16="http://schemas.microsoft.com/office/drawing/2014/main" id="{A4E2BE13-D6D0-CC35-F571-F64FF511D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400" y="1248776"/>
            <a:ext cx="403200" cy="403200"/>
          </a:xfrm>
          <a:prstGeom prst="rect">
            <a:avLst/>
          </a:prstGeom>
        </p:spPr>
      </p:pic>
      <p:pic>
        <p:nvPicPr>
          <p:cNvPr id="42" name="Grafik 112">
            <a:extLst>
              <a:ext uri="{FF2B5EF4-FFF2-40B4-BE49-F238E27FC236}">
                <a16:creationId xmlns:a16="http://schemas.microsoft.com/office/drawing/2014/main" id="{985A87F4-55F8-7448-F034-BC0B540092B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0400" y="4143987"/>
            <a:ext cx="403200" cy="403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79FACC-316C-72B5-50FD-065E23475499}"/>
              </a:ext>
            </a:extLst>
          </p:cNvPr>
          <p:cNvSpPr/>
          <p:nvPr/>
        </p:nvSpPr>
        <p:spPr>
          <a:xfrm>
            <a:off x="2609851" y="1133475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Describes the company-wide process for translating strategy into concrete goals, budgets, resource decisions and operational measures over the multi-year and annual period.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653739-E552-6B4F-87A9-97C3937F58E4}"/>
              </a:ext>
            </a:extLst>
          </p:cNvPr>
          <p:cNvSpPr/>
          <p:nvPr/>
        </p:nvSpPr>
        <p:spPr>
          <a:xfrm>
            <a:off x="2609851" y="1857278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Refers to the yearly updated document (ppt, booklet, pdf…) that summarizes the 5-year strategy and financial perspective (incl. various additional information e.g. competitor analysis, business fields etc.).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C0815B-4020-9275-F7AF-3E43E1E1978C}"/>
              </a:ext>
            </a:extLst>
          </p:cNvPr>
          <p:cNvSpPr/>
          <p:nvPr/>
        </p:nvSpPr>
        <p:spPr>
          <a:xfrm>
            <a:off x="2609851" y="2581080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Targets are binding quantitative or qualitative target values (e.g. revenue, earnings, OI) that are derived from the strategy and serve as a framework for planning.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5D1F9D-E04F-326E-A308-01FE0A897B5C}"/>
              </a:ext>
            </a:extLst>
          </p:cNvPr>
          <p:cNvSpPr/>
          <p:nvPr/>
        </p:nvSpPr>
        <p:spPr>
          <a:xfrm>
            <a:off x="2609851" y="3304883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The budget is the binding annual financial plan that specifically determines order income and revenue, costs, resources and investments for the coming financial year.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E58D47-C00E-C49A-8D32-03C3C319511B}"/>
              </a:ext>
            </a:extLst>
          </p:cNvPr>
          <p:cNvSpPr/>
          <p:nvPr/>
        </p:nvSpPr>
        <p:spPr>
          <a:xfrm>
            <a:off x="2609851" y="4028685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This refers to the planning process that generates the figures for the five-year business plan, as well as the budgeting process and the relationship between the two.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" name="RS_Classification">
            <a:extLst>
              <a:ext uri="{FF2B5EF4-FFF2-40B4-BE49-F238E27FC236}">
                <a16:creationId xmlns:a16="http://schemas.microsoft.com/office/drawing/2014/main" id="{0418D290-FA7A-C331-BA60-81469232DD3C}"/>
              </a:ext>
            </a:extLst>
          </p:cNvPr>
          <p:cNvSpPr txBox="1"/>
          <p:nvPr/>
        </p:nvSpPr>
        <p:spPr>
          <a:xfrm>
            <a:off x="7264446" y="4832341"/>
            <a:ext cx="1879554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03017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59DE-F3FB-A901-0324-760DC2A2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66370D0-E16A-9ECA-BFDD-0C40AE67712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6370D0-E16A-9ECA-BFDD-0C40AE6771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1EFA2547-A378-3A75-B919-CF2AC4E3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Budget Planning Milestones / Phases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4F6F69-C82E-6FB7-78A7-895F9BD6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18C194-A048-23F7-5772-DFAD5420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6FEB1D0-FE9D-1265-FE60-C0334E28C25C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r>
              <a:rPr lang="en-US"/>
              <a:t>Focus — Scope of the Analysis Phase </a:t>
            </a:r>
          </a:p>
          <a:p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07F42A1-CFBE-6E5C-2FF6-A347A719CB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71"/>
          <a:stretch>
            <a:fillRect/>
          </a:stretch>
        </p:blipFill>
        <p:spPr>
          <a:xfrm>
            <a:off x="360362" y="1111252"/>
            <a:ext cx="8497887" cy="3587737"/>
          </a:xfrm>
          <a:prstGeom prst="rect">
            <a:avLst/>
          </a:prstGeom>
        </p:spPr>
      </p:pic>
      <p:sp>
        <p:nvSpPr>
          <p:cNvPr id="10" name="RS_Classification">
            <a:extLst>
              <a:ext uri="{FF2B5EF4-FFF2-40B4-BE49-F238E27FC236}">
                <a16:creationId xmlns:a16="http://schemas.microsoft.com/office/drawing/2014/main" id="{AABA7982-5982-6BEC-1A0D-052E3A15A671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5052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F383-9A67-E9AD-172D-511D19DD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8CE9DDA-17BA-9AA9-5DE3-B8C9F4E3325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CE9DDA-17BA-9AA9-5DE3-B8C9F4E332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9D530F5-CE10-1CEA-10B2-042431A9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Budget Planning Milestones / Phases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2ADF13C-D620-E472-139E-0E8FC702A65F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S_Classification">
            <a:extLst>
              <a:ext uri="{FF2B5EF4-FFF2-40B4-BE49-F238E27FC236}">
                <a16:creationId xmlns:a16="http://schemas.microsoft.com/office/drawing/2014/main" id="{15A4EDA1-6CE7-18A8-9D1A-61B2B9C35695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C2D7970-0910-F21E-E1E4-261A6EB72A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18" t="5599" r="6699" b="7555"/>
          <a:stretch>
            <a:fillRect/>
          </a:stretch>
        </p:blipFill>
        <p:spPr>
          <a:xfrm>
            <a:off x="2215559" y="1133475"/>
            <a:ext cx="4712882" cy="352901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FB44DB-5663-A910-3965-10C1CBBE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12C6EB-42FB-B6FB-08CF-82BE6AE7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6624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5E5C-583B-767C-2E57-9D915BA5E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63F51D8-6A34-35FF-DDA9-AF1D24CC75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3F51D8-6A34-35FF-DDA9-AF1D24CC75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A09BC67-5C90-68F6-56AC-ADF0CDD8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Budget Planning Milestones / Phases - digital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2576D6F-5AF4-8F2C-9517-0052C58083CB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S_Classification">
            <a:extLst>
              <a:ext uri="{FF2B5EF4-FFF2-40B4-BE49-F238E27FC236}">
                <a16:creationId xmlns:a16="http://schemas.microsoft.com/office/drawing/2014/main" id="{1178CA31-FB24-FB5B-C396-0F19DF1844B3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3ADA8D43-EBA0-C796-C08F-9C42175CC2DB}"/>
              </a:ext>
            </a:extLst>
          </p:cNvPr>
          <p:cNvGrpSpPr>
            <a:grpSpLocks/>
          </p:cNvGrpSpPr>
          <p:nvPr/>
        </p:nvGrpSpPr>
        <p:grpSpPr>
          <a:xfrm>
            <a:off x="829179" y="1316907"/>
            <a:ext cx="7240129" cy="3216186"/>
            <a:chOff x="106803" y="1269606"/>
            <a:chExt cx="8517799" cy="3783748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9742D4A1-8088-FD5D-0A15-E5C74C081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1771"/>
            <a:stretch>
              <a:fillRect/>
            </a:stretch>
          </p:blipFill>
          <p:spPr>
            <a:xfrm>
              <a:off x="788303" y="1269606"/>
              <a:ext cx="7602582" cy="3209746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3E3B58DA-85F2-3D88-92E7-8E469A9E503C}"/>
                </a:ext>
              </a:extLst>
            </p:cNvPr>
            <p:cNvSpPr/>
            <p:nvPr/>
          </p:nvSpPr>
          <p:spPr>
            <a:xfrm>
              <a:off x="2026166" y="2122672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Planning w/o top-down guidance 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0346F28A-368B-0AF7-6426-873EA8863F0D}"/>
                </a:ext>
              </a:extLst>
            </p:cNvPr>
            <p:cNvSpPr/>
            <p:nvPr/>
          </p:nvSpPr>
          <p:spPr>
            <a:xfrm>
              <a:off x="2229651" y="4509917"/>
              <a:ext cx="669646" cy="252090"/>
            </a:xfrm>
            <a:prstGeom prst="rect">
              <a:avLst/>
            </a:prstGeom>
            <a:solidFill>
              <a:srgbClr val="FFFF00"/>
            </a:solidFill>
            <a:ln w="9176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OI targets not well integrated in process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6E1A4EDF-9C94-1F22-7736-51D1BACDE24A}"/>
                </a:ext>
              </a:extLst>
            </p:cNvPr>
            <p:cNvSpPr/>
            <p:nvPr/>
          </p:nvSpPr>
          <p:spPr>
            <a:xfrm>
              <a:off x="106803" y="2551256"/>
              <a:ext cx="669646" cy="25209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176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Ambition not supported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9C074C67-F71D-C499-80C1-1A060CB9FF7F}"/>
                </a:ext>
              </a:extLst>
            </p:cNvPr>
            <p:cNvSpPr/>
            <p:nvPr/>
          </p:nvSpPr>
          <p:spPr>
            <a:xfrm>
              <a:off x="3821634" y="1948674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Outside-in vs inside-out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050B7B2-C714-B0FD-0058-EA2CE2CB69D5}"/>
                </a:ext>
              </a:extLst>
            </p:cNvPr>
            <p:cNvSpPr/>
            <p:nvPr/>
          </p:nvSpPr>
          <p:spPr>
            <a:xfrm>
              <a:off x="2229651" y="3078923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Business owner with limited steering power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41D8BD91-C957-2A08-99EB-3AC479A9A214}"/>
                </a:ext>
              </a:extLst>
            </p:cNvPr>
            <p:cNvSpPr/>
            <p:nvPr/>
          </p:nvSpPr>
          <p:spPr>
            <a:xfrm>
              <a:off x="1944000" y="3640475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Regional input for topline planning missing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0DADCFDD-4726-48EE-3AFA-6584EB1E4DFD}"/>
                </a:ext>
              </a:extLst>
            </p:cNvPr>
            <p:cNvSpPr/>
            <p:nvPr/>
          </p:nvSpPr>
          <p:spPr>
            <a:xfrm>
              <a:off x="7395468" y="2993732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Adjustments at the end 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92857C7-DC05-E37C-CA5B-48825C8893CA}"/>
                </a:ext>
              </a:extLst>
            </p:cNvPr>
            <p:cNvSpPr/>
            <p:nvPr/>
          </p:nvSpPr>
          <p:spPr>
            <a:xfrm>
              <a:off x="3468708" y="3154688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</a:t>
              </a:r>
              <a:r>
                <a:rPr lang="en-US" sz="425" err="1">
                  <a:solidFill>
                    <a:schemeClr val="tx1"/>
                  </a:solidFill>
                </a:rPr>
                <a:t>Comittment</a:t>
              </a:r>
              <a:r>
                <a:rPr lang="en-US" sz="425">
                  <a:solidFill>
                    <a:schemeClr val="tx1"/>
                  </a:solidFill>
                </a:rPr>
                <a:t> &amp; Accountability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FA1348A7-68D4-2C4D-C432-FCB91A581352}"/>
                </a:ext>
              </a:extLst>
            </p:cNvPr>
            <p:cNvSpPr/>
            <p:nvPr/>
          </p:nvSpPr>
          <p:spPr>
            <a:xfrm>
              <a:off x="5284474" y="2867687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Many low value iterations, few effective ones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623DB136-B802-821D-0821-BF1851FC1529}"/>
                </a:ext>
              </a:extLst>
            </p:cNvPr>
            <p:cNvSpPr/>
            <p:nvPr/>
          </p:nvSpPr>
          <p:spPr>
            <a:xfrm>
              <a:off x="1944000" y="2796268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Pre-alignment with controlling missing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73F27EB5-A9B5-D37D-A447-36122C4D82AC}"/>
                </a:ext>
              </a:extLst>
            </p:cNvPr>
            <p:cNvSpPr/>
            <p:nvPr/>
          </p:nvSpPr>
          <p:spPr>
            <a:xfrm>
              <a:off x="106803" y="1590399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myths and misaligned expectations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2C6FD01D-60A6-5DE1-6FDD-3EC7C66AF808}"/>
                </a:ext>
              </a:extLst>
            </p:cNvPr>
            <p:cNvSpPr/>
            <p:nvPr/>
          </p:nvSpPr>
          <p:spPr>
            <a:xfrm>
              <a:off x="106803" y="1921884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No documented e2e overview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27C13D32-EB80-5030-746F-DAE5E2E73506}"/>
                </a:ext>
              </a:extLst>
            </p:cNvPr>
            <p:cNvSpPr/>
            <p:nvPr/>
          </p:nvSpPr>
          <p:spPr>
            <a:xfrm>
              <a:off x="3468708" y="3434294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Effort vs value?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B2D962A6-447F-B3A0-BEDD-8E2EF7DF0FFC}"/>
                </a:ext>
              </a:extLst>
            </p:cNvPr>
            <p:cNvSpPr/>
            <p:nvPr/>
          </p:nvSpPr>
          <p:spPr>
            <a:xfrm>
              <a:off x="106803" y="2236806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not </a:t>
              </a:r>
              <a:r>
                <a:rPr lang="en-US" sz="425" err="1">
                  <a:solidFill>
                    <a:schemeClr val="tx1"/>
                  </a:solidFill>
                </a:rPr>
                <a:t>integerated</a:t>
              </a:r>
              <a:endParaRPr lang="en-US" sz="425">
                <a:solidFill>
                  <a:schemeClr val="tx1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142BAC06-3D03-7E63-1345-ED3C9EBAD689}"/>
                </a:ext>
              </a:extLst>
            </p:cNvPr>
            <p:cNvSpPr/>
            <p:nvPr/>
          </p:nvSpPr>
          <p:spPr>
            <a:xfrm>
              <a:off x="2229651" y="3358529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should be data driven &amp; tool supported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0A41687-C0BD-7396-E2CC-685D3CA59F0E}"/>
                </a:ext>
              </a:extLst>
            </p:cNvPr>
            <p:cNvSpPr/>
            <p:nvPr/>
          </p:nvSpPr>
          <p:spPr>
            <a:xfrm>
              <a:off x="7395468" y="3723814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PCR unequal Cost Center</a:t>
              </a: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1709CAAA-6FAD-BF4B-B3CA-97D63D602B60}"/>
                </a:ext>
              </a:extLst>
            </p:cNvPr>
            <p:cNvSpPr/>
            <p:nvPr/>
          </p:nvSpPr>
          <p:spPr>
            <a:xfrm>
              <a:off x="2026166" y="1843905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340">
                  <a:solidFill>
                    <a:schemeClr val="tx1"/>
                  </a:solidFill>
                </a:rPr>
                <a:t>No documentation of BP assumptions decisions</a:t>
              </a:r>
            </a:p>
            <a:p>
              <a:pPr algn="ctr"/>
              <a:endParaRPr lang="en-US" sz="400">
                <a:solidFill>
                  <a:schemeClr val="tx1"/>
                </a:solidFill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C2F1CB20-213D-318D-A4D0-F4FDBF0ECB5F}"/>
                </a:ext>
              </a:extLst>
            </p:cNvPr>
            <p:cNvSpPr/>
            <p:nvPr/>
          </p:nvSpPr>
          <p:spPr>
            <a:xfrm>
              <a:off x="5569779" y="3930475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review with Controlling missing (V2)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943F11B4-B1A9-4421-79DB-1BE17C19C8F5}"/>
                </a:ext>
              </a:extLst>
            </p:cNvPr>
            <p:cNvSpPr/>
            <p:nvPr/>
          </p:nvSpPr>
          <p:spPr>
            <a:xfrm>
              <a:off x="2213903" y="2398505"/>
              <a:ext cx="669646" cy="25209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176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planning w/o knowledge of BP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C11D96F-1E1A-66CF-B7F7-1D2E87075F32}"/>
                </a:ext>
              </a:extLst>
            </p:cNvPr>
            <p:cNvSpPr/>
            <p:nvPr/>
          </p:nvSpPr>
          <p:spPr>
            <a:xfrm>
              <a:off x="2229651" y="4801264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Premises for BP w/o alignment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BD358684-6F5D-1C03-E296-F427BAC325D6}"/>
                </a:ext>
              </a:extLst>
            </p:cNvPr>
            <p:cNvSpPr/>
            <p:nvPr/>
          </p:nvSpPr>
          <p:spPr>
            <a:xfrm>
              <a:off x="2229651" y="3931044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r>
                <a:rPr lang="en-US" sz="340">
                  <a:solidFill>
                    <a:schemeClr val="tx1"/>
                  </a:solidFill>
                </a:rPr>
                <a:t>Transparency -&gt; unclear who needs to know what when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3D2F8DF-523C-BCBB-FD62-AE6503E94C8C}"/>
                </a:ext>
              </a:extLst>
            </p:cNvPr>
            <p:cNvSpPr/>
            <p:nvPr/>
          </p:nvSpPr>
          <p:spPr>
            <a:xfrm>
              <a:off x="4156457" y="2867687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r>
                <a:rPr lang="en-US" sz="425">
                  <a:solidFill>
                    <a:schemeClr val="tx1"/>
                  </a:solidFill>
                </a:rPr>
                <a:t>Inter company alignment lack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9346DB3-78D3-51E0-D4DB-79814952AF07}"/>
                </a:ext>
              </a:extLst>
            </p:cNvPr>
            <p:cNvSpPr/>
            <p:nvPr/>
          </p:nvSpPr>
          <p:spPr>
            <a:xfrm>
              <a:off x="2229651" y="4213424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Ad-hoc overruling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631ACB49-1DB0-5897-A37A-D87CDA6EF9F2}"/>
                </a:ext>
              </a:extLst>
            </p:cNvPr>
            <p:cNvSpPr/>
            <p:nvPr/>
          </p:nvSpPr>
          <p:spPr>
            <a:xfrm>
              <a:off x="3468708" y="2588081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should be data driven &amp; tool supported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660D7D20-857C-D76D-A808-EEB20CA0428A}"/>
                </a:ext>
              </a:extLst>
            </p:cNvPr>
            <p:cNvSpPr/>
            <p:nvPr/>
          </p:nvSpPr>
          <p:spPr>
            <a:xfrm>
              <a:off x="3468708" y="2867687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review with Controlling missing (V1)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0AAEA527-C01C-A553-41E8-68777EE7669C}"/>
                </a:ext>
              </a:extLst>
            </p:cNvPr>
            <p:cNvSpPr/>
            <p:nvPr/>
          </p:nvSpPr>
          <p:spPr>
            <a:xfrm>
              <a:off x="3458785" y="3713900"/>
              <a:ext cx="669646" cy="252090"/>
            </a:xfrm>
            <a:prstGeom prst="rect">
              <a:avLst/>
            </a:prstGeom>
            <a:solidFill>
              <a:srgbClr val="FFFF00"/>
            </a:solidFill>
            <a:ln w="9176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OI targets not well integrated in process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E974CECC-5071-90AC-CADB-D597EBBEFC64}"/>
                </a:ext>
              </a:extLst>
            </p:cNvPr>
            <p:cNvSpPr/>
            <p:nvPr/>
          </p:nvSpPr>
          <p:spPr>
            <a:xfrm>
              <a:off x="3458785" y="3989779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Business owner with limited steering power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5C54D087-FEEB-13FB-5B50-D6BCBF2BA7D0}"/>
                </a:ext>
              </a:extLst>
            </p:cNvPr>
            <p:cNvSpPr/>
            <p:nvPr/>
          </p:nvSpPr>
          <p:spPr>
            <a:xfrm>
              <a:off x="4720746" y="2593256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not </a:t>
              </a:r>
              <a:r>
                <a:rPr lang="en-US" sz="425" err="1">
                  <a:solidFill>
                    <a:schemeClr val="tx1"/>
                  </a:solidFill>
                </a:rPr>
                <a:t>integerated</a:t>
              </a:r>
              <a:endParaRPr lang="en-US" sz="425">
                <a:solidFill>
                  <a:schemeClr val="tx1"/>
                </a:solidFill>
              </a:endParaRP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1770389-8C94-AD07-0AF0-F596BF9397BE}"/>
                </a:ext>
              </a:extLst>
            </p:cNvPr>
            <p:cNvSpPr/>
            <p:nvPr/>
          </p:nvSpPr>
          <p:spPr>
            <a:xfrm>
              <a:off x="7884125" y="3119777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Effort vs value?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BD428975-27E3-9866-DBDB-8A411864908B}"/>
                </a:ext>
              </a:extLst>
            </p:cNvPr>
            <p:cNvSpPr/>
            <p:nvPr/>
          </p:nvSpPr>
          <p:spPr>
            <a:xfrm>
              <a:off x="7395468" y="3361328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</a:t>
              </a:r>
              <a:r>
                <a:rPr lang="en-US" sz="425" err="1">
                  <a:solidFill>
                    <a:schemeClr val="tx1"/>
                  </a:solidFill>
                </a:rPr>
                <a:t>Comittment</a:t>
              </a:r>
              <a:r>
                <a:rPr lang="en-US" sz="425">
                  <a:solidFill>
                    <a:schemeClr val="tx1"/>
                  </a:solidFill>
                </a:rPr>
                <a:t> &amp; Accountability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F7907FB9-4E3A-C2FD-AB25-E36648C25DCC}"/>
                </a:ext>
              </a:extLst>
            </p:cNvPr>
            <p:cNvSpPr/>
            <p:nvPr/>
          </p:nvSpPr>
          <p:spPr>
            <a:xfrm>
              <a:off x="7954956" y="3834297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Effort vs value?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A27B821-4FBC-5CFF-29D5-4800D491300B}"/>
                </a:ext>
              </a:extLst>
            </p:cNvPr>
            <p:cNvSpPr/>
            <p:nvPr/>
          </p:nvSpPr>
          <p:spPr>
            <a:xfrm>
              <a:off x="7395468" y="4076803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Ad-hoc overruling</a:t>
              </a: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DCF890F2-206D-FFF9-0B7B-0E4327BE95CA}"/>
                </a:ext>
              </a:extLst>
            </p:cNvPr>
            <p:cNvSpPr/>
            <p:nvPr/>
          </p:nvSpPr>
          <p:spPr>
            <a:xfrm>
              <a:off x="5812978" y="4202848"/>
              <a:ext cx="669646" cy="252090"/>
            </a:xfrm>
            <a:prstGeom prst="rect">
              <a:avLst/>
            </a:prstGeom>
            <a:solidFill>
              <a:srgbClr val="FFFF00"/>
            </a:solidFill>
            <a:ln w="9176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OI targets not well integrated in process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229D2EF0-FB8F-4A7C-CE0F-EED4D48EBA84}"/>
                </a:ext>
              </a:extLst>
            </p:cNvPr>
            <p:cNvSpPr/>
            <p:nvPr/>
          </p:nvSpPr>
          <p:spPr>
            <a:xfrm>
              <a:off x="5812978" y="4499635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Business owner with limited steering power</a:t>
              </a:r>
            </a:p>
          </p:txBody>
        </p:sp>
      </p:grpSp>
      <p:sp>
        <p:nvSpPr>
          <p:cNvPr id="36" name="Datumsplatzhalter 35">
            <a:extLst>
              <a:ext uri="{FF2B5EF4-FFF2-40B4-BE49-F238E27FC236}">
                <a16:creationId xmlns:a16="http://schemas.microsoft.com/office/drawing/2014/main" id="{6D3924EA-FA54-084E-8EB7-F1E786906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2" name="Fußzeilenplatzhalter 41">
            <a:extLst>
              <a:ext uri="{FF2B5EF4-FFF2-40B4-BE49-F238E27FC236}">
                <a16:creationId xmlns:a16="http://schemas.microsoft.com/office/drawing/2014/main" id="{4BA23690-E948-97EF-37E5-5C880D66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8FE88B3E-5686-1A51-9F5B-34A46D16527B}"/>
              </a:ext>
            </a:extLst>
          </p:cNvPr>
          <p:cNvSpPr/>
          <p:nvPr/>
        </p:nvSpPr>
        <p:spPr>
          <a:xfrm>
            <a:off x="139449" y="3658302"/>
            <a:ext cx="2100638" cy="986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/>
              <a:t>In short: </a:t>
            </a:r>
            <a:r>
              <a:rPr lang="en-US" sz="800"/>
              <a:t>the core issues cluster around lack of </a:t>
            </a:r>
          </a:p>
          <a:p>
            <a:pPr marL="171450" indent="-171450">
              <a:buFontTx/>
              <a:buChar char="-"/>
            </a:pPr>
            <a:r>
              <a:rPr lang="en-US" sz="800"/>
              <a:t>top-down direction, </a:t>
            </a:r>
          </a:p>
          <a:p>
            <a:pPr marL="171450" indent="-171450">
              <a:buFontTx/>
              <a:buChar char="-"/>
            </a:pPr>
            <a:r>
              <a:rPr lang="en-US" sz="800"/>
              <a:t>poor cross-functional alignment, </a:t>
            </a:r>
          </a:p>
          <a:p>
            <a:pPr marL="171450" indent="-171450">
              <a:buFontTx/>
              <a:buChar char="-"/>
            </a:pPr>
            <a:r>
              <a:rPr lang="en-US" sz="800"/>
              <a:t>insufficient tooling/integration, </a:t>
            </a:r>
          </a:p>
          <a:p>
            <a:pPr marL="171450" indent="-171450">
              <a:buFontTx/>
              <a:buChar char="-"/>
            </a:pPr>
            <a:r>
              <a:rPr lang="en-US" sz="800"/>
              <a:t>and low transparency throughout the budget planning cycle</a:t>
            </a:r>
          </a:p>
        </p:txBody>
      </p:sp>
    </p:spTree>
    <p:extLst>
      <p:ext uri="{BB962C8B-B14F-4D97-AF65-F5344CB8AC3E}">
        <p14:creationId xmlns:p14="http://schemas.microsoft.com/office/powerpoint/2010/main" val="3593060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4503-ECB3-33DC-4FD2-F034E6F3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990F3086-E20B-E180-5EC6-FE9A7817106E}"/>
              </a:ext>
            </a:extLst>
          </p:cNvPr>
          <p:cNvSpPr/>
          <p:nvPr/>
        </p:nvSpPr>
        <p:spPr>
          <a:xfrm>
            <a:off x="360361" y="2089840"/>
            <a:ext cx="139701" cy="582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Info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48F12F8-6930-7552-A8E4-7F6E81279E3D}"/>
              </a:ext>
            </a:extLst>
          </p:cNvPr>
          <p:cNvSpPr/>
          <p:nvPr/>
        </p:nvSpPr>
        <p:spPr>
          <a:xfrm>
            <a:off x="360361" y="2721160"/>
            <a:ext cx="139701" cy="8826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Input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E88917C-A80B-9FCC-8BAB-B9683D891010}"/>
              </a:ext>
            </a:extLst>
          </p:cNvPr>
          <p:cNvSpPr/>
          <p:nvPr/>
        </p:nvSpPr>
        <p:spPr>
          <a:xfrm>
            <a:off x="360361" y="3581428"/>
            <a:ext cx="139701" cy="629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3094E91-CC4E-E931-9028-63C73A9DCF0F}"/>
              </a:ext>
            </a:extLst>
          </p:cNvPr>
          <p:cNvSpPr/>
          <p:nvPr/>
        </p:nvSpPr>
        <p:spPr>
          <a:xfrm>
            <a:off x="360361" y="4263002"/>
            <a:ext cx="139701" cy="39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Owner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E78E903-B496-310D-25F8-02EF1B7B2AC1}"/>
              </a:ext>
            </a:extLst>
          </p:cNvPr>
          <p:cNvSpPr/>
          <p:nvPr/>
        </p:nvSpPr>
        <p:spPr>
          <a:xfrm>
            <a:off x="1592199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70729B8-7781-F1DA-F49E-52C141EC386F}"/>
              </a:ext>
            </a:extLst>
          </p:cNvPr>
          <p:cNvSpPr/>
          <p:nvPr/>
        </p:nvSpPr>
        <p:spPr>
          <a:xfrm>
            <a:off x="2631185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06772EA-2982-6BC2-483A-4E4168125B15}"/>
              </a:ext>
            </a:extLst>
          </p:cNvPr>
          <p:cNvSpPr/>
          <p:nvPr/>
        </p:nvSpPr>
        <p:spPr>
          <a:xfrm>
            <a:off x="3670171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F33023A-671B-9951-6734-3BA5BE89E7D9}"/>
              </a:ext>
            </a:extLst>
          </p:cNvPr>
          <p:cNvSpPr/>
          <p:nvPr/>
        </p:nvSpPr>
        <p:spPr>
          <a:xfrm>
            <a:off x="4709157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EF6BCB7-C4B5-EE2B-F762-F2A4664685AB}"/>
              </a:ext>
            </a:extLst>
          </p:cNvPr>
          <p:cNvSpPr/>
          <p:nvPr/>
        </p:nvSpPr>
        <p:spPr>
          <a:xfrm>
            <a:off x="5748144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44F38F4-DA07-693B-3225-C766A57D5247}"/>
              </a:ext>
            </a:extLst>
          </p:cNvPr>
          <p:cNvSpPr/>
          <p:nvPr/>
        </p:nvSpPr>
        <p:spPr>
          <a:xfrm>
            <a:off x="6787129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6B3DFB9-1265-89CF-8AC9-8B1A45604857}"/>
              </a:ext>
            </a:extLst>
          </p:cNvPr>
          <p:cNvSpPr/>
          <p:nvPr/>
        </p:nvSpPr>
        <p:spPr>
          <a:xfrm>
            <a:off x="553213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A2FAAE2-217D-7377-C381-5A7733EA1C3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01666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2FAAE2-217D-7377-C381-5A7733EA1C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EAA2B20-66A0-F7A0-AE43-49146070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pPr fontAlgn="t">
              <a:defRPr/>
            </a:pPr>
            <a:r>
              <a:rPr lang="en-US"/>
              <a:t>Draft of </a:t>
            </a:r>
            <a:r>
              <a:rPr lang="en-US" err="1"/>
              <a:t>High-LEveL</a:t>
            </a:r>
            <a:r>
              <a:rPr lang="en-US"/>
              <a:t> Target Process with focus on Budget planning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85AC7A-882B-6CCD-5B0E-82831633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09191" y="4813918"/>
            <a:ext cx="826000" cy="135000"/>
          </a:xfrm>
        </p:spPr>
        <p:txBody>
          <a:bodyPr/>
          <a:lstStyle/>
          <a:p>
            <a:pPr algn="ctr"/>
            <a:r>
              <a:rPr lang="de-DE"/>
              <a:t>16.04.2026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B237C6-341B-8384-E198-3E9B2E4D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67192" y="4822984"/>
            <a:ext cx="2952000" cy="135000"/>
          </a:xfrm>
        </p:spPr>
        <p:txBody>
          <a:bodyPr/>
          <a:lstStyle/>
          <a:p>
            <a:r>
              <a:rPr lang="en-US"/>
              <a:t>Workshop: Corporate Planning Process Optimization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E558D66-3CDB-B8C9-DFA6-591FE3C14C88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r>
              <a:rPr lang="en-US"/>
              <a:t>Brainstorming / Drafting Target process</a:t>
            </a:r>
          </a:p>
          <a:p>
            <a:endParaRPr lang="en-US"/>
          </a:p>
        </p:txBody>
      </p:sp>
      <p:sp>
        <p:nvSpPr>
          <p:cNvPr id="7" name="RS_Classification">
            <a:extLst>
              <a:ext uri="{FF2B5EF4-FFF2-40B4-BE49-F238E27FC236}">
                <a16:creationId xmlns:a16="http://schemas.microsoft.com/office/drawing/2014/main" id="{22EFF8ED-BFC5-A788-7ABA-F6C87DBCBE23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ABAE8-31F6-1281-9E71-E29B13F098A2}"/>
              </a:ext>
            </a:extLst>
          </p:cNvPr>
          <p:cNvSpPr/>
          <p:nvPr/>
        </p:nvSpPr>
        <p:spPr>
          <a:xfrm>
            <a:off x="553213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Business Plan </a:t>
            </a: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(Top-down)</a:t>
            </a:r>
            <a:br>
              <a:rPr lang="en-US" sz="800">
                <a:solidFill>
                  <a:schemeClr val="bg1"/>
                </a:solidFill>
              </a:rPr>
            </a:b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FD9F8F-E601-5A7A-9C37-33A53002A8C0}"/>
              </a:ext>
            </a:extLst>
          </p:cNvPr>
          <p:cNvSpPr/>
          <p:nvPr/>
        </p:nvSpPr>
        <p:spPr>
          <a:xfrm>
            <a:off x="1592199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Premises</a:t>
            </a: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Setting 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4D5DF5-F2D9-5AEF-6A60-33A1558DB612}"/>
              </a:ext>
            </a:extLst>
          </p:cNvPr>
          <p:cNvSpPr/>
          <p:nvPr/>
        </p:nvSpPr>
        <p:spPr>
          <a:xfrm>
            <a:off x="2631185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Finetuning / Cascading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DAB61F-B248-7098-9542-CA07940FAF6E}"/>
              </a:ext>
            </a:extLst>
          </p:cNvPr>
          <p:cNvSpPr/>
          <p:nvPr/>
        </p:nvSpPr>
        <p:spPr>
          <a:xfrm>
            <a:off x="3670171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Bottom-Up Planning </a:t>
            </a: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(KST + PCR)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06891A-2448-2697-9EA0-B0F4E99CE31D}"/>
              </a:ext>
            </a:extLst>
          </p:cNvPr>
          <p:cNvSpPr/>
          <p:nvPr/>
        </p:nvSpPr>
        <p:spPr>
          <a:xfrm>
            <a:off x="4709156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Alignment &amp; Challenge (Plausibility)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E44459-2862-1D36-C580-90E23800FBBE}"/>
              </a:ext>
            </a:extLst>
          </p:cNvPr>
          <p:cNvSpPr/>
          <p:nvPr/>
        </p:nvSpPr>
        <p:spPr>
          <a:xfrm>
            <a:off x="5748143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Decision &amp; </a:t>
            </a: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Sign-off (Alignment)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DFD780-0FB3-0B64-B8E4-68CAD1AAD211}"/>
              </a:ext>
            </a:extLst>
          </p:cNvPr>
          <p:cNvSpPr/>
          <p:nvPr/>
        </p:nvSpPr>
        <p:spPr>
          <a:xfrm>
            <a:off x="6787128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Communication &amp; Cascade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B8B5EE-A048-E85E-B6DE-ACCACA20D76E}"/>
              </a:ext>
            </a:extLst>
          </p:cNvPr>
          <p:cNvSpPr/>
          <p:nvPr/>
        </p:nvSpPr>
        <p:spPr>
          <a:xfrm>
            <a:off x="553213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Defines the strategic direction with a 5-year perspective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95EAB7-4A21-C8AD-353F-DEE05426B23C}"/>
              </a:ext>
            </a:extLst>
          </p:cNvPr>
          <p:cNvSpPr/>
          <p:nvPr/>
        </p:nvSpPr>
        <p:spPr>
          <a:xfrm>
            <a:off x="1592199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Translate </a:t>
            </a:r>
            <a:r>
              <a:rPr lang="en-US" sz="800" i="1" err="1">
                <a:solidFill>
                  <a:schemeClr val="bg1"/>
                </a:solidFill>
              </a:rPr>
              <a:t>strat</a:t>
            </a:r>
            <a:r>
              <a:rPr lang="en-US" sz="800" i="1">
                <a:solidFill>
                  <a:schemeClr val="bg1"/>
                </a:solidFill>
              </a:rPr>
              <a:t>. direction into  premises, providing guardrails for the op. planning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1C46D9-5567-A06E-CE4C-EB6F7FD2C06C}"/>
              </a:ext>
            </a:extLst>
          </p:cNvPr>
          <p:cNvSpPr/>
          <p:nvPr/>
        </p:nvSpPr>
        <p:spPr>
          <a:xfrm>
            <a:off x="2631185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Regional cascading to sales offices / countries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246E5D-D179-05AE-AE25-A0AD44CA09BB}"/>
              </a:ext>
            </a:extLst>
          </p:cNvPr>
          <p:cNvSpPr/>
          <p:nvPr/>
        </p:nvSpPr>
        <p:spPr>
          <a:xfrm>
            <a:off x="3670170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Develop detailed budget aligned with top-down targets and assumptions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0AB28B-5BB4-156A-AB1D-215EEF21A40F}"/>
              </a:ext>
            </a:extLst>
          </p:cNvPr>
          <p:cNvSpPr/>
          <p:nvPr/>
        </p:nvSpPr>
        <p:spPr>
          <a:xfrm>
            <a:off x="4709156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Compare top-down and bottom-up, challenge gaps and ensure consistency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FB0EC83-27B7-9B5E-EBC8-23B959E2839B}"/>
              </a:ext>
            </a:extLst>
          </p:cNvPr>
          <p:cNvSpPr/>
          <p:nvPr/>
        </p:nvSpPr>
        <p:spPr>
          <a:xfrm>
            <a:off x="5748142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Consolidate inputs, make trade-offs and take final decisions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DCF2A2-34B3-A341-B57E-C9BC2C53344B}"/>
              </a:ext>
            </a:extLst>
          </p:cNvPr>
          <p:cNvSpPr/>
          <p:nvPr/>
        </p:nvSpPr>
        <p:spPr>
          <a:xfrm>
            <a:off x="6787128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Communicate the plan and cascade targets into the organization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DB1A59-08FD-E2E7-4260-A90A3BFE3EB5}"/>
              </a:ext>
            </a:extLst>
          </p:cNvPr>
          <p:cNvSpPr/>
          <p:nvPr/>
        </p:nvSpPr>
        <p:spPr>
          <a:xfrm>
            <a:off x="553213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Corp. strategy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Consolidated market intelligence of the HQ BOs &amp; sales org. incl. (alignment meeting)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Alignment Controlling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066567-E7CE-B0D3-3C82-DACCEB2F305A}"/>
              </a:ext>
            </a:extLst>
          </p:cNvPr>
          <p:cNvSpPr/>
          <p:nvPr/>
        </p:nvSpPr>
        <p:spPr>
          <a:xfrm>
            <a:off x="1592199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Strategic priorities &amp; targets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Planning assumptions &amp; guardrails incl. OI, GM and SG&amp;A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Historical performance (controlling)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964D9CE-ABCF-8870-70A9-8108132460C6}"/>
              </a:ext>
            </a:extLst>
          </p:cNvPr>
          <p:cNvSpPr/>
          <p:nvPr/>
        </p:nvSpPr>
        <p:spPr>
          <a:xfrm>
            <a:off x="2631185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Planning premises per region and relevant business dimension | targets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AD7380-6F3F-1771-6CA2-66284E8FEA9A}"/>
              </a:ext>
            </a:extLst>
          </p:cNvPr>
          <p:cNvSpPr/>
          <p:nvPr/>
        </p:nvSpPr>
        <p:spPr>
          <a:xfrm>
            <a:off x="3670170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Budget expectation per country 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Controlling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Operational insights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5227E2-0926-DC43-86E5-66628E19D84A}"/>
              </a:ext>
            </a:extLst>
          </p:cNvPr>
          <p:cNvSpPr/>
          <p:nvPr/>
        </p:nvSpPr>
        <p:spPr>
          <a:xfrm>
            <a:off x="4709156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Top-down targets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Bottom-up plans</a:t>
            </a:r>
            <a:br>
              <a:rPr lang="en-US" sz="600">
                <a:solidFill>
                  <a:schemeClr val="tx1"/>
                </a:solidFill>
              </a:rPr>
            </a:b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41AE01-C37D-2A59-8946-10E20BE1B988}"/>
              </a:ext>
            </a:extLst>
          </p:cNvPr>
          <p:cNvSpPr/>
          <p:nvPr/>
        </p:nvSpPr>
        <p:spPr>
          <a:xfrm>
            <a:off x="5748142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Consolidated plan (Controlling)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Open issues / trade-offs</a:t>
            </a:r>
            <a:br>
              <a:rPr lang="en-US" sz="600">
                <a:solidFill>
                  <a:schemeClr val="tx1"/>
                </a:solidFill>
              </a:rPr>
            </a:b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52771F-6790-9ACD-0518-B569A16C386D}"/>
              </a:ext>
            </a:extLst>
          </p:cNvPr>
          <p:cNvSpPr/>
          <p:nvPr/>
        </p:nvSpPr>
        <p:spPr>
          <a:xfrm>
            <a:off x="6787128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Approved plan (GF)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Final targets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2AECAD-AC42-2600-3AE7-E0C76F50E7B9}"/>
              </a:ext>
            </a:extLst>
          </p:cNvPr>
          <p:cNvSpPr/>
          <p:nvPr/>
        </p:nvSpPr>
        <p:spPr>
          <a:xfrm>
            <a:off x="553213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Strategic priorities and targets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Planning assumptions &amp; guardrails incl. OI, GM and SG&amp;A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216B78-84DA-46D0-2AFE-D064648D44C4}"/>
              </a:ext>
            </a:extLst>
          </p:cNvPr>
          <p:cNvSpPr/>
          <p:nvPr/>
        </p:nvSpPr>
        <p:spPr>
          <a:xfrm>
            <a:off x="1592199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Planning premises per region and relevant business dimension | targets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766978-2C00-CD2E-F39F-292581B5C814}"/>
              </a:ext>
            </a:extLst>
          </p:cNvPr>
          <p:cNvSpPr/>
          <p:nvPr/>
        </p:nvSpPr>
        <p:spPr>
          <a:xfrm>
            <a:off x="2631185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Budget expectation per country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2086F0-C620-0F7B-FC8C-024BFA58D5E1}"/>
              </a:ext>
            </a:extLst>
          </p:cNvPr>
          <p:cNvSpPr/>
          <p:nvPr/>
        </p:nvSpPr>
        <p:spPr>
          <a:xfrm>
            <a:off x="3670170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Detailed budget per sales offices (country | region) in relevant dimensions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Key assumptions and reasoning | Initiatives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D3D4D1E-FE94-B6E7-1C8D-08414DDA664E}"/>
              </a:ext>
            </a:extLst>
          </p:cNvPr>
          <p:cNvSpPr/>
          <p:nvPr/>
        </p:nvSpPr>
        <p:spPr>
          <a:xfrm>
            <a:off x="4709156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Identified gaps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Aligned and adjusted plans including measures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0BFBFC-1B0A-AD25-A182-E19D4FA5699C}"/>
              </a:ext>
            </a:extLst>
          </p:cNvPr>
          <p:cNvSpPr/>
          <p:nvPr/>
        </p:nvSpPr>
        <p:spPr>
          <a:xfrm>
            <a:off x="5748142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Final approved plan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Clear decisions on priorities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B150348-CE3B-F974-9E50-EF7C40D9D31A}"/>
              </a:ext>
            </a:extLst>
          </p:cNvPr>
          <p:cNvSpPr/>
          <p:nvPr/>
        </p:nvSpPr>
        <p:spPr>
          <a:xfrm>
            <a:off x="6787128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Communicated targets across organization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Alignment of budgets and execution plans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1813191-6E7E-26EF-B9CB-D91BF55577A5}"/>
              </a:ext>
            </a:extLst>
          </p:cNvPr>
          <p:cNvSpPr/>
          <p:nvPr/>
        </p:nvSpPr>
        <p:spPr>
          <a:xfrm>
            <a:off x="554801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GF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5ADE3A-0969-17F9-BD64-448C81893056}"/>
              </a:ext>
            </a:extLst>
          </p:cNvPr>
          <p:cNvSpPr/>
          <p:nvPr/>
        </p:nvSpPr>
        <p:spPr>
          <a:xfrm>
            <a:off x="1593787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Business Owner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33978B-A4AF-B144-D0FE-591B5D135C44}"/>
              </a:ext>
            </a:extLst>
          </p:cNvPr>
          <p:cNvSpPr/>
          <p:nvPr/>
        </p:nvSpPr>
        <p:spPr>
          <a:xfrm>
            <a:off x="2632773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Regional Heads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805756-4EBF-1B6C-E7FD-B554702EF6D4}"/>
              </a:ext>
            </a:extLst>
          </p:cNvPr>
          <p:cNvSpPr/>
          <p:nvPr/>
        </p:nvSpPr>
        <p:spPr>
          <a:xfrm>
            <a:off x="3671758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Regional Heads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D1E1D88-082D-6C95-87BF-CC73CDF021A5}"/>
              </a:ext>
            </a:extLst>
          </p:cNvPr>
          <p:cNvSpPr/>
          <p:nvPr/>
        </p:nvSpPr>
        <p:spPr>
          <a:xfrm>
            <a:off x="4710744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(Controlling, Business Owner? Corporate?)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4538E31-B208-A69E-02FC-33F36ADFA56E}"/>
              </a:ext>
            </a:extLst>
          </p:cNvPr>
          <p:cNvSpPr/>
          <p:nvPr/>
        </p:nvSpPr>
        <p:spPr>
          <a:xfrm>
            <a:off x="5749730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GF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7C77BE6-3ECC-FD7C-4924-932CEB23CA45}"/>
              </a:ext>
            </a:extLst>
          </p:cNvPr>
          <p:cNvSpPr/>
          <p:nvPr/>
        </p:nvSpPr>
        <p:spPr>
          <a:xfrm>
            <a:off x="6788716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Business Owner (div heads) for UB, Regional heads for Sales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35D4115-E4D7-1B78-B32E-D5C71ED0C7B4}"/>
              </a:ext>
            </a:extLst>
          </p:cNvPr>
          <p:cNvCxnSpPr>
            <a:cxnSpLocks/>
          </p:cNvCxnSpPr>
          <p:nvPr/>
        </p:nvCxnSpPr>
        <p:spPr>
          <a:xfrm>
            <a:off x="500062" y="2799636"/>
            <a:ext cx="0" cy="725734"/>
          </a:xfrm>
          <a:prstGeom prst="line">
            <a:avLst/>
          </a:prstGeom>
          <a:ln w="19050">
            <a:solidFill>
              <a:srgbClr val="BFBFB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D4885B3-A2F7-BACF-FBB9-98B24D7E04B6}"/>
              </a:ext>
            </a:extLst>
          </p:cNvPr>
          <p:cNvCxnSpPr/>
          <p:nvPr/>
        </p:nvCxnSpPr>
        <p:spPr>
          <a:xfrm>
            <a:off x="500062" y="3581428"/>
            <a:ext cx="0" cy="62904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2CBFCA7-559A-7036-368D-791262E75C5A}"/>
              </a:ext>
            </a:extLst>
          </p:cNvPr>
          <p:cNvCxnSpPr/>
          <p:nvPr/>
        </p:nvCxnSpPr>
        <p:spPr>
          <a:xfrm>
            <a:off x="500062" y="4263002"/>
            <a:ext cx="0" cy="399486"/>
          </a:xfrm>
          <a:prstGeom prst="line">
            <a:avLst/>
          </a:prstGeom>
          <a:ln w="19050">
            <a:solidFill>
              <a:srgbClr val="BFBFB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5DACB99-030B-4CE6-6657-06592C03CEBE}"/>
              </a:ext>
            </a:extLst>
          </p:cNvPr>
          <p:cNvCxnSpPr>
            <a:cxnSpLocks/>
          </p:cNvCxnSpPr>
          <p:nvPr/>
        </p:nvCxnSpPr>
        <p:spPr>
          <a:xfrm>
            <a:off x="553213" y="1260090"/>
            <a:ext cx="7200901" cy="0"/>
          </a:xfrm>
          <a:prstGeom prst="straightConnector1">
            <a:avLst/>
          </a:prstGeom>
          <a:ln w="19050"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CD4B6A25-5502-2CFD-E8A7-E127181152CF}"/>
              </a:ext>
            </a:extLst>
          </p:cNvPr>
          <p:cNvSpPr/>
          <p:nvPr/>
        </p:nvSpPr>
        <p:spPr>
          <a:xfrm>
            <a:off x="606477" y="1170090"/>
            <a:ext cx="860459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i="1">
                <a:solidFill>
                  <a:schemeClr val="tx2"/>
                </a:solidFill>
              </a:rPr>
              <a:t>BP-Presentation March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A7711FE-0E71-16EF-4BDD-9FB3016E1CAA}"/>
              </a:ext>
            </a:extLst>
          </p:cNvPr>
          <p:cNvSpPr/>
          <p:nvPr/>
        </p:nvSpPr>
        <p:spPr>
          <a:xfrm>
            <a:off x="7163798" y="1200445"/>
            <a:ext cx="213647" cy="11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b="1" i="1">
                <a:solidFill>
                  <a:schemeClr val="tx2"/>
                </a:solidFill>
              </a:rPr>
              <a:t>June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159AD1-3508-B502-F601-B5120D4D96ED}"/>
              </a:ext>
            </a:extLst>
          </p:cNvPr>
          <p:cNvSpPr/>
          <p:nvPr/>
        </p:nvSpPr>
        <p:spPr>
          <a:xfrm>
            <a:off x="7818472" y="1501140"/>
            <a:ext cx="1037528" cy="3161348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chemeClr val="tx2"/>
                </a:solidFill>
              </a:rPr>
              <a:t>Outcome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0DCF2C-EFA5-0922-3125-CBA67A1D3C52}"/>
              </a:ext>
            </a:extLst>
          </p:cNvPr>
          <p:cNvSpPr/>
          <p:nvPr/>
        </p:nvSpPr>
        <p:spPr>
          <a:xfrm>
            <a:off x="946706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8063F6-28C1-B7EF-F397-CC40DAA195CD}"/>
              </a:ext>
            </a:extLst>
          </p:cNvPr>
          <p:cNvSpPr/>
          <p:nvPr/>
        </p:nvSpPr>
        <p:spPr>
          <a:xfrm>
            <a:off x="1985692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1E5F62-7CC2-75E3-ECA9-D9C4E8070FB0}"/>
              </a:ext>
            </a:extLst>
          </p:cNvPr>
          <p:cNvSpPr/>
          <p:nvPr/>
        </p:nvSpPr>
        <p:spPr>
          <a:xfrm>
            <a:off x="3024678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9DB198-B2A6-0434-DCA2-5B6623C282B3}"/>
              </a:ext>
            </a:extLst>
          </p:cNvPr>
          <p:cNvSpPr/>
          <p:nvPr/>
        </p:nvSpPr>
        <p:spPr>
          <a:xfrm>
            <a:off x="4063663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6DC043-381C-76AD-D661-DCABBFD1D1F1}"/>
              </a:ext>
            </a:extLst>
          </p:cNvPr>
          <p:cNvSpPr/>
          <p:nvPr/>
        </p:nvSpPr>
        <p:spPr>
          <a:xfrm>
            <a:off x="5102649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65D39E-1640-FAB8-8A43-A235BB1C1D99}"/>
              </a:ext>
            </a:extLst>
          </p:cNvPr>
          <p:cNvSpPr/>
          <p:nvPr/>
        </p:nvSpPr>
        <p:spPr>
          <a:xfrm>
            <a:off x="6141635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11210D-9766-2F5D-00FA-60A0EBC0722E}"/>
              </a:ext>
            </a:extLst>
          </p:cNvPr>
          <p:cNvSpPr/>
          <p:nvPr/>
        </p:nvSpPr>
        <p:spPr>
          <a:xfrm>
            <a:off x="7180622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DC1ED-4191-BE79-7AAB-079707461013}"/>
              </a:ext>
            </a:extLst>
          </p:cNvPr>
          <p:cNvSpPr/>
          <p:nvPr/>
        </p:nvSpPr>
        <p:spPr>
          <a:xfrm>
            <a:off x="7818474" y="1501140"/>
            <a:ext cx="1037528" cy="3161348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  <a:p>
            <a:pPr algn="ctr"/>
            <a:endParaRPr lang="en-US" sz="900" b="1">
              <a:solidFill>
                <a:schemeClr val="tx1"/>
              </a:solidFill>
            </a:endParaRP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Final Budget</a:t>
            </a:r>
          </a:p>
          <a:p>
            <a:pPr algn="ctr"/>
            <a:endParaRPr lang="en-US" sz="900" b="1">
              <a:solidFill>
                <a:schemeClr val="tx1"/>
              </a:solidFill>
            </a:endParaRP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Financial Plan for FY steering and (Performance measurement)</a:t>
            </a: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Basis for targets</a:t>
            </a: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OI | functional costs | P&amp;L</a:t>
            </a: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(all rel. dimensions)</a:t>
            </a:r>
          </a:p>
          <a:p>
            <a:pPr algn="ctr"/>
            <a:endParaRPr lang="en-US" sz="800" b="1">
              <a:solidFill>
                <a:schemeClr val="tx1"/>
              </a:solidFill>
            </a:endParaRPr>
          </a:p>
          <a:p>
            <a:pPr algn="ctr"/>
            <a:endParaRPr lang="en-US" sz="800" b="1">
              <a:solidFill>
                <a:schemeClr val="tx1"/>
              </a:solidFill>
            </a:endParaRP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Deadline: 30.06.2026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A81F06-3DD3-53F2-A5FA-0F46210EBB18}"/>
              </a:ext>
            </a:extLst>
          </p:cNvPr>
          <p:cNvGrpSpPr/>
          <p:nvPr/>
        </p:nvGrpSpPr>
        <p:grpSpPr>
          <a:xfrm>
            <a:off x="8190392" y="1812466"/>
            <a:ext cx="293687" cy="144926"/>
            <a:chOff x="8135938" y="1726740"/>
            <a:chExt cx="353552" cy="144926"/>
          </a:xfrm>
        </p:grpSpPr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AF75053A-733B-F272-8F18-11329B9265F2}"/>
                </a:ext>
              </a:extLst>
            </p:cNvPr>
            <p:cNvSpPr/>
            <p:nvPr/>
          </p:nvSpPr>
          <p:spPr>
            <a:xfrm rot="5400000">
              <a:off x="8270143" y="1652320"/>
              <a:ext cx="85143" cy="353550"/>
            </a:xfrm>
            <a:prstGeom prst="chevron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1500" err="1">
                <a:solidFill>
                  <a:schemeClr val="tx1"/>
                </a:solidFill>
              </a:endParaRPr>
            </a:p>
          </p:txBody>
        </p:sp>
        <p:sp>
          <p:nvSpPr>
            <p:cNvPr id="37" name="Arrow: Chevron 36">
              <a:extLst>
                <a:ext uri="{FF2B5EF4-FFF2-40B4-BE49-F238E27FC236}">
                  <a16:creationId xmlns:a16="http://schemas.microsoft.com/office/drawing/2014/main" id="{746331CA-86BA-121E-AA68-89720273A50D}"/>
                </a:ext>
              </a:extLst>
            </p:cNvPr>
            <p:cNvSpPr/>
            <p:nvPr/>
          </p:nvSpPr>
          <p:spPr>
            <a:xfrm rot="5400000">
              <a:off x="8270141" y="1592537"/>
              <a:ext cx="85144" cy="353550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1500" err="1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Straight Connector 119">
            <a:extLst>
              <a:ext uri="{FF2B5EF4-FFF2-40B4-BE49-F238E27FC236}">
                <a16:creationId xmlns:a16="http://schemas.microsoft.com/office/drawing/2014/main" id="{9F2A2428-A1E2-51B0-1A51-7051D363C5B3}"/>
              </a:ext>
            </a:extLst>
          </p:cNvPr>
          <p:cNvCxnSpPr>
            <a:cxnSpLocks/>
          </p:cNvCxnSpPr>
          <p:nvPr/>
        </p:nvCxnSpPr>
        <p:spPr>
          <a:xfrm>
            <a:off x="500062" y="2011365"/>
            <a:ext cx="1588" cy="739775"/>
          </a:xfrm>
          <a:prstGeom prst="line">
            <a:avLst/>
          </a:prstGeom>
          <a:ln w="19050">
            <a:solidFill>
              <a:srgbClr val="00275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9379CD16-CB45-3B5E-E4A8-933537EF853B}"/>
              </a:ext>
            </a:extLst>
          </p:cNvPr>
          <p:cNvSpPr/>
          <p:nvPr/>
        </p:nvSpPr>
        <p:spPr>
          <a:xfrm>
            <a:off x="553214" y="4701494"/>
            <a:ext cx="2005972" cy="339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/>
              <a:t>Step 1→2: </a:t>
            </a:r>
            <a:r>
              <a:rPr lang="en-US" sz="800"/>
              <a:t>Extract BP assumptions → auto-generate premises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695C4D8-878F-2AF6-6023-007CE6F2ED24}"/>
              </a:ext>
            </a:extLst>
          </p:cNvPr>
          <p:cNvSpPr/>
          <p:nvPr/>
        </p:nvSpPr>
        <p:spPr>
          <a:xfrm>
            <a:off x="1592198" y="5066076"/>
            <a:ext cx="3044957" cy="339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/>
              <a:t>Step 2→4: </a:t>
            </a:r>
            <a:r>
              <a:rPr lang="en-US" sz="800"/>
              <a:t>Cascade premises to regions automatically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66C1625-AC7D-675A-F72A-4CDC852C239B}"/>
              </a:ext>
            </a:extLst>
          </p:cNvPr>
          <p:cNvSpPr/>
          <p:nvPr/>
        </p:nvSpPr>
        <p:spPr>
          <a:xfrm>
            <a:off x="3667192" y="4687294"/>
            <a:ext cx="2005973" cy="339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/>
              <a:t>Step 4→5: </a:t>
            </a:r>
            <a:r>
              <a:rPr lang="en-US" sz="800"/>
              <a:t>Instantly flag every gap between top-down and bottom-up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3696FFF-9859-FDA1-4070-4BAF8BACECD5}"/>
              </a:ext>
            </a:extLst>
          </p:cNvPr>
          <p:cNvSpPr/>
          <p:nvPr/>
        </p:nvSpPr>
        <p:spPr>
          <a:xfrm>
            <a:off x="5748142" y="4687294"/>
            <a:ext cx="2005973" cy="339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/>
              <a:t>Step 5→6: </a:t>
            </a:r>
            <a:r>
              <a:rPr lang="en-US" sz="800"/>
              <a:t>Trace each gap back to its original BP assumption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6982F24-48D6-6E02-B5BC-BF7DC8ED08E8}"/>
              </a:ext>
            </a:extLst>
          </p:cNvPr>
          <p:cNvSpPr/>
          <p:nvPr/>
        </p:nvSpPr>
        <p:spPr>
          <a:xfrm>
            <a:off x="7950556" y="4697641"/>
            <a:ext cx="773357" cy="3684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900" b="1" err="1"/>
              <a:t>Where</a:t>
            </a:r>
            <a:r>
              <a:rPr lang="de-DE" sz="900" b="1"/>
              <a:t> AI </a:t>
            </a:r>
            <a:r>
              <a:rPr lang="de-DE" sz="900" b="1" err="1"/>
              <a:t>intervenes</a:t>
            </a:r>
            <a:endParaRPr lang="de-DE" sz="900" b="1"/>
          </a:p>
        </p:txBody>
      </p:sp>
    </p:spTree>
    <p:extLst>
      <p:ext uri="{BB962C8B-B14F-4D97-AF65-F5344CB8AC3E}">
        <p14:creationId xmlns:p14="http://schemas.microsoft.com/office/powerpoint/2010/main" val="22640833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_RESETFORMATTING" val="True"/>
  <p:tag name="THINKCELLPRESENTATIONDONOTDELETE" val="&lt;?xml version=&quot;1.0&quot; encoding=&quot;UTF-16&quot; standalone=&quot;yes&quot;?&gt;&lt;root reqver=&quot;32687&quot;&gt;&lt;version val=&quot;38580&quot;/&gt;&lt;CPresentation id=&quot;1&quot;&gt;&lt;m_precDefaultOrdinal&gt;&lt;m_yearfmt&gt;&lt;begin val=&quot;0&quot;/&gt;&lt;end val=&quot;4&quot;/&gt;&lt;/m_yearfmt&gt;&lt;/m_precDefaultOrdinal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US Rohde und Schwarz 16 to 9_Neu">
  <a:themeElements>
    <a:clrScheme name="Rohde &amp; Schwarz Colors">
      <a:dk1>
        <a:srgbClr val="000000"/>
      </a:dk1>
      <a:lt1>
        <a:srgbClr val="FFFFFF"/>
      </a:lt1>
      <a:dk2>
        <a:srgbClr val="009DEC"/>
      </a:dk2>
      <a:lt2>
        <a:srgbClr val="F8AD3E"/>
      </a:lt2>
      <a:accent1>
        <a:srgbClr val="003E76"/>
      </a:accent1>
      <a:accent2>
        <a:srgbClr val="A50F14"/>
      </a:accent2>
      <a:accent3>
        <a:srgbClr val="007973"/>
      </a:accent3>
      <a:accent4>
        <a:srgbClr val="BFC3C6"/>
      </a:accent4>
      <a:accent5>
        <a:srgbClr val="0083A2"/>
      </a:accent5>
      <a:accent6>
        <a:srgbClr val="EA5B0C"/>
      </a:accent6>
      <a:hlink>
        <a:srgbClr val="009DEC"/>
      </a:hlink>
      <a:folHlink>
        <a:srgbClr val="933973"/>
      </a:folHlink>
    </a:clrScheme>
    <a:fontScheme name="Rohde &amp; Schwarz Font">
      <a:majorFont>
        <a:latin typeface="Arial Narrow"/>
        <a:ea typeface="メイリオ"/>
        <a:cs typeface="Arial Unicode MS"/>
      </a:majorFont>
      <a:minorFont>
        <a:latin typeface="Arial"/>
        <a:ea typeface="メイリオ"/>
        <a:cs typeface="Arial Unicode MS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t"/>
      <a:lstStyle>
        <a:defPPr>
          <a:defRPr sz="15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500" dirty="0" err="1" smtClean="0"/>
        </a:defPPr>
      </a:lstStyle>
    </a:txDef>
  </a:objectDefaults>
  <a:extraClrSchemeLst/>
  <a:custClrLst>
    <a:custClr name="RS Blue 1">
      <a:srgbClr val="002751"/>
    </a:custClr>
    <a:custClr name="RS Blue 3">
      <a:srgbClr val="003C74"/>
    </a:custClr>
    <a:custClr name="RS Blue 5">
      <a:srgbClr val="001130"/>
    </a:custClr>
  </a:custClrLst>
  <a:extLst>
    <a:ext uri="{05A4C25C-085E-4340-85A3-A5531E510DB2}">
      <thm15:themeFamily xmlns:thm15="http://schemas.microsoft.com/office/thememl/2012/main" name="vorlage_powerpoint_standard_16zu9_00tr_de_04.02.potx" id="{96D8A02C-7922-484E-B6B7-D2A1DBF5F268}" vid="{9553D70A-5DFA-488E-B230-70F989348197}"/>
    </a:ext>
  </a:extLst>
</a:theme>
</file>

<file path=ppt/theme/theme2.xml><?xml version="1.0" encoding="utf-8"?>
<a:theme xmlns:a="http://schemas.openxmlformats.org/drawingml/2006/main" name="Office Theme">
  <a:themeElements>
    <a:clrScheme name="Rohde &amp; Schwarz Colors">
      <a:dk1>
        <a:srgbClr val="000000"/>
      </a:dk1>
      <a:lt1>
        <a:srgbClr val="FFFFFF"/>
      </a:lt1>
      <a:dk2>
        <a:srgbClr val="009DEC"/>
      </a:dk2>
      <a:lt2>
        <a:srgbClr val="F8AD3E"/>
      </a:lt2>
      <a:accent1>
        <a:srgbClr val="003E76"/>
      </a:accent1>
      <a:accent2>
        <a:srgbClr val="A50F14"/>
      </a:accent2>
      <a:accent3>
        <a:srgbClr val="007973"/>
      </a:accent3>
      <a:accent4>
        <a:srgbClr val="BFC3C6"/>
      </a:accent4>
      <a:accent5>
        <a:srgbClr val="0083A2"/>
      </a:accent5>
      <a:accent6>
        <a:srgbClr val="EA5B0C"/>
      </a:accent6>
      <a:hlink>
        <a:srgbClr val="009DEC"/>
      </a:hlink>
      <a:folHlink>
        <a:srgbClr val="933973"/>
      </a:folHlink>
    </a:clrScheme>
    <a:fontScheme name="Rohde &amp; Schwarz Font">
      <a:majorFont>
        <a:latin typeface="Arial Narrow"/>
        <a:ea typeface="メイリオ"/>
        <a:cs typeface="Arial Unicode MS"/>
      </a:majorFont>
      <a:minorFont>
        <a:latin typeface="Arial"/>
        <a:ea typeface="メイリオ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E644F4-FCAB-6449-A3EE-B48D2AA855DD}">
  <we:reference id="wa200010001" version="1.0.0.1" store="de-DE" storeType="OMEX"/>
  <we:alternateReferences>
    <we:reference id="WA200010001" version="1.0.0.1" store="WA200010001" storeType="OMEX"/>
  </we:alternateReferences>
  <we:properties>
    <we:property name="claude.fileId" value="&quot;e133b0b5-9683-4467-88c8-305d6512a2f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B2AB78651F2F489C3D4F54710A43B3" ma:contentTypeVersion="7" ma:contentTypeDescription="Ein neues Dokument erstellen." ma:contentTypeScope="" ma:versionID="dcf02374c0dcbb57dbe689fbdcad2c22">
  <xsd:schema xmlns:xsd="http://www.w3.org/2001/XMLSchema" xmlns:xs="http://www.w3.org/2001/XMLSchema" xmlns:p="http://schemas.microsoft.com/office/2006/metadata/properties" xmlns:ns2="1f04e056-7ea7-47b0-943e-a19642f5de6d" targetNamespace="http://schemas.microsoft.com/office/2006/metadata/properties" ma:root="true" ma:fieldsID="b8652bf3fe2360521703b633b0c32fab" ns2:_="">
    <xsd:import namespace="1f04e056-7ea7-47b0-943e-a19642f5de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4e056-7ea7-47b0-943e-a19642f5de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E0174D-E01A-41ED-B95C-59ECE999E8C3}">
  <ds:schemaRefs>
    <ds:schemaRef ds:uri="1f04e056-7ea7-47b0-943e-a19642f5de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90E34BE-18E8-43DE-A092-A692DFE284E6}">
  <ds:schemaRefs>
    <ds:schemaRef ds:uri="7e564ff1-c88a-4a04-8038-f36d17e3fe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E39DF95-13E9-44D6-B543-AA33B12F34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On-screen Show (16:9)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US Rohde und Schwarz 16 to 9_Neu</vt:lpstr>
      <vt:lpstr>Corporate Planning Process Time Plan  VP Workshop 16.04.2026</vt:lpstr>
      <vt:lpstr>definitions</vt:lpstr>
      <vt:lpstr>Budget Planning Milestones / Phases</vt:lpstr>
      <vt:lpstr>Budget Planning Milestones / Phases</vt:lpstr>
      <vt:lpstr>Budget Planning Milestones / Phases - digital</vt:lpstr>
      <vt:lpstr>Draft of High-LEveL Target Process with focus on Budget planning</vt:lpstr>
    </vt:vector>
  </TitlesOfParts>
  <Manager>Claus Luger/GF-BS4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Process landscape</dc:subject>
  <dc:creator>Wolf Martin (GF-KS)</dc:creator>
  <cp:keywords>25-03-25</cp:keywords>
  <cp:revision>1</cp:revision>
  <cp:lastPrinted>2026-04-14T07:20:19Z</cp:lastPrinted>
  <dcterms:created xsi:type="dcterms:W3CDTF">2026-03-25T09:17:24Z</dcterms:created>
  <dcterms:modified xsi:type="dcterms:W3CDTF">2026-05-27T07:49:25Z</dcterms:modified>
  <cp:category>3575.4794.03</cp:category>
  <cp:contentStatus>07.00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S_TemplateCategory">
    <vt:lpwstr>EN(uk.png)/Global(global.png)</vt:lpwstr>
  </property>
  <property fmtid="{D5CDD505-2E9C-101B-9397-08002B2CF9AE}" pid="3" name="RS_TemplateID">
    <vt:lpwstr>3575.4794.02</vt:lpwstr>
  </property>
  <property fmtid="{D5CDD505-2E9C-101B-9397-08002B2CF9AE}" pid="4" name="RS_Version">
    <vt:lpwstr>07.00</vt:lpwstr>
  </property>
  <property fmtid="{D5CDD505-2E9C-101B-9397-08002B2CF9AE}" pid="5" name="RS_TemplateName">
    <vt:lpwstr>Template PowerPoint R&amp;&amp;S standard 16 to 9 (PAD-T-R)</vt:lpwstr>
  </property>
  <property fmtid="{D5CDD505-2E9C-101B-9397-08002B2CF9AE}" pid="6" name="RS_TemplateImage">
    <vt:lpwstr>global.png</vt:lpwstr>
  </property>
  <property fmtid="{D5CDD505-2E9C-101B-9397-08002B2CF9AE}" pid="7" name="TM_ClassificationPosition">
    <vt:lpwstr>{"x":0,"y":7.88}</vt:lpwstr>
  </property>
  <property fmtid="{D5CDD505-2E9C-101B-9397-08002B2CF9AE}" pid="8" name="TM_ClassificationMargin">
    <vt:lpwstr>{"left":5.95,"right":5.95,"top":2.83,"bottom":2.83}</vt:lpwstr>
  </property>
  <property fmtid="{D5CDD505-2E9C-101B-9397-08002B2CF9AE}" pid="9" name="TM_ClassificationParagraph">
    <vt:lpwstr>{"spaceAfter":0,"spaceBefore":0,"spaceWithin":1}</vt:lpwstr>
  </property>
  <property fmtid="{D5CDD505-2E9C-101B-9397-08002B2CF9AE}" pid="10" name="TM_ClassificationFont">
    <vt:lpwstr>{"fontColor":{"red":"0","green":"0","blue":"0"},"fillColor":{"red":"248","green":"248","blue":"248"},"size":9,"spacing":1,"kerning":1,"bold":true}</vt:lpwstr>
  </property>
  <property fmtid="{D5CDD505-2E9C-101B-9397-08002B2CF9AE}" pid="11" name="RS_Lang">
    <vt:lpwstr>EN</vt:lpwstr>
  </property>
  <property fmtid="{D5CDD505-2E9C-101B-9397-08002B2CF9AE}" pid="12" name="MSIP_Label_e60ddb0e-331d-4c73-b0b4-4eca1e3d801e_Enabled">
    <vt:lpwstr>true</vt:lpwstr>
  </property>
  <property fmtid="{D5CDD505-2E9C-101B-9397-08002B2CF9AE}" pid="13" name="MSIP_Label_e60ddb0e-331d-4c73-b0b4-4eca1e3d801e_SetDate">
    <vt:lpwstr>2026-03-25T09:34:13Z</vt:lpwstr>
  </property>
  <property fmtid="{D5CDD505-2E9C-101B-9397-08002B2CF9AE}" pid="14" name="MSIP_Label_e60ddb0e-331d-4c73-b0b4-4eca1e3d801e_Method">
    <vt:lpwstr>Privileged</vt:lpwstr>
  </property>
  <property fmtid="{D5CDD505-2E9C-101B-9397-08002B2CF9AE}" pid="15" name="MSIP_Label_e60ddb0e-331d-4c73-b0b4-4eca1e3d801e_Name">
    <vt:lpwstr>COMPANY CONFIDENTIAL - BUSINESS USE</vt:lpwstr>
  </property>
  <property fmtid="{D5CDD505-2E9C-101B-9397-08002B2CF9AE}" pid="16" name="MSIP_Label_e60ddb0e-331d-4c73-b0b4-4eca1e3d801e_SiteId">
    <vt:lpwstr>74bddbd9-705c-456e-aabd-99beb719a2b2</vt:lpwstr>
  </property>
  <property fmtid="{D5CDD505-2E9C-101B-9397-08002B2CF9AE}" pid="17" name="MSIP_Label_e60ddb0e-331d-4c73-b0b4-4eca1e3d801e_ActionId">
    <vt:lpwstr>9d013bc4-48a4-44f2-a8d5-8b79455c52af</vt:lpwstr>
  </property>
  <property fmtid="{D5CDD505-2E9C-101B-9397-08002B2CF9AE}" pid="18" name="MSIP_Label_e60ddb0e-331d-4c73-b0b4-4eca1e3d801e_ContentBits">
    <vt:lpwstr>0</vt:lpwstr>
  </property>
  <property fmtid="{D5CDD505-2E9C-101B-9397-08002B2CF9AE}" pid="19" name="MSIP_Label_e60ddb0e-331d-4c73-b0b4-4eca1e3d801e_Tag">
    <vt:lpwstr>10, 0, 1, 1</vt:lpwstr>
  </property>
  <property fmtid="{D5CDD505-2E9C-101B-9397-08002B2CF9AE}" pid="20" name="ContentTypeId">
    <vt:lpwstr>0x0101004FB2AB78651F2F489C3D4F54710A43B3</vt:lpwstr>
  </property>
  <property fmtid="{D5CDD505-2E9C-101B-9397-08002B2CF9AE}" pid="21" name="MediaServiceImageTags">
    <vt:lpwstr/>
  </property>
</Properties>
</file>