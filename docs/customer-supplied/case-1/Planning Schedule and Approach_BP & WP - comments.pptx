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0" r:id="rId4"/>
  </p:sldMasterIdLst>
  <p:notesMasterIdLst>
    <p:notesMasterId r:id="rId14"/>
  </p:notesMasterIdLst>
  <p:handoutMasterIdLst>
    <p:handoutMasterId r:id="rId15"/>
  </p:handoutMasterIdLst>
  <p:sldIdLst>
    <p:sldId id="309" r:id="rId5"/>
    <p:sldId id="336" r:id="rId6"/>
    <p:sldId id="2147483634" r:id="rId7"/>
    <p:sldId id="2147483636" r:id="rId8"/>
    <p:sldId id="2147483637" r:id="rId9"/>
    <p:sldId id="2147483638" r:id="rId10"/>
    <p:sldId id="258" r:id="rId11"/>
    <p:sldId id="2147483635" r:id="rId12"/>
    <p:sldId id="268" r:id="rId13"/>
  </p:sldIdLst>
  <p:sldSz cx="9144000" cy="5143500" type="screen16x9"/>
  <p:notesSz cx="6858000" cy="9144000"/>
  <p:custDataLst>
    <p:tags r:id="rId16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pos="249" userDrawn="1">
          <p15:clr>
            <a:srgbClr val="A4A3A4"/>
          </p15:clr>
        </p15:guide>
        <p15:guide id="4" orient="horz" pos="24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3">
          <p15:clr>
            <a:srgbClr val="A4A3A4"/>
          </p15:clr>
        </p15:guide>
        <p15:guide id="2" pos="2237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BFBF"/>
    <a:srgbClr val="F2F3F4"/>
    <a:srgbClr val="434444"/>
    <a:srgbClr val="BFC3C6"/>
    <a:srgbClr val="DFDFDF"/>
    <a:srgbClr val="5BC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2745E2-2CA6-6F7B-FB59-B52824A26826}" v="1244" dt="2026-05-26T14:49:15.874"/>
    <p1510:client id="{619B1873-52FF-F541-BB85-9AE10F7D65A9}" v="22" dt="2026-05-26T13:28:33.832"/>
    <p1510:client id="{866BF39B-7899-AD1E-2D6A-EEA2228E757D}" v="2" dt="2026-05-26T12:55:39.1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pos="249"/>
        <p:guide orient="horz" pos="2436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223"/>
        <p:guide pos="223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e GRANGETTE" userId="S::paule.grangette_etu.minesparis.psl.eu#ext#@collegeingenieurs.onmicrosoft.com::fd51f453-da8f-48f1-afa3-33ab2841d49f" providerId="AD" clId="Web-{4C2745E2-2CA6-6F7B-FB59-B52824A26826}"/>
    <pc:docChg chg="addSld delSld modSld">
      <pc:chgData name="Paule GRANGETTE" userId="S::paule.grangette_etu.minesparis.psl.eu#ext#@collegeingenieurs.onmicrosoft.com::fd51f453-da8f-48f1-afa3-33ab2841d49f" providerId="AD" clId="Web-{4C2745E2-2CA6-6F7B-FB59-B52824A26826}" dt="2026-05-26T14:49:15.874" v="659" actId="20577"/>
      <pc:docMkLst>
        <pc:docMk/>
      </pc:docMkLst>
      <pc:sldChg chg="addSp modSp">
        <pc:chgData name="Paule GRANGETTE" userId="S::paule.grangette_etu.minesparis.psl.eu#ext#@collegeingenieurs.onmicrosoft.com::fd51f453-da8f-48f1-afa3-33ab2841d49f" providerId="AD" clId="Web-{4C2745E2-2CA6-6F7B-FB59-B52824A26826}" dt="2026-05-26T13:58:07.121" v="3" actId="20577"/>
        <pc:sldMkLst>
          <pc:docMk/>
          <pc:sldMk cId="1750524698" sldId="2147483634"/>
        </pc:sldMkLst>
        <pc:spChg chg="add mod">
          <ac:chgData name="Paule GRANGETTE" userId="S::paule.grangette_etu.minesparis.psl.eu#ext#@collegeingenieurs.onmicrosoft.com::fd51f453-da8f-48f1-afa3-33ab2841d49f" providerId="AD" clId="Web-{4C2745E2-2CA6-6F7B-FB59-B52824A26826}" dt="2026-05-26T13:58:07.121" v="3" actId="20577"/>
          <ac:spMkLst>
            <pc:docMk/>
            <pc:sldMk cId="1750524698" sldId="2147483634"/>
            <ac:spMk id="3" creationId="{7EC02A22-272C-71AB-648D-2964E89DEF72}"/>
          </ac:spMkLst>
        </pc:spChg>
      </pc:sldChg>
      <pc:sldChg chg="addSp delSp modSp add replId">
        <pc:chgData name="Paule GRANGETTE" userId="S::paule.grangette_etu.minesparis.psl.eu#ext#@collegeingenieurs.onmicrosoft.com::fd51f453-da8f-48f1-afa3-33ab2841d49f" providerId="AD" clId="Web-{4C2745E2-2CA6-6F7B-FB59-B52824A26826}" dt="2026-05-26T14:28:34.994" v="549" actId="20577"/>
        <pc:sldMkLst>
          <pc:docMk/>
          <pc:sldMk cId="3966085864" sldId="2147483636"/>
        </pc:sldMkLst>
        <pc:spChg chg="del">
          <ac:chgData name="Paule GRANGETTE" userId="S::paule.grangette_etu.minesparis.psl.eu#ext#@collegeingenieurs.onmicrosoft.com::fd51f453-da8f-48f1-afa3-33ab2841d49f" providerId="AD" clId="Web-{4C2745E2-2CA6-6F7B-FB59-B52824A26826}" dt="2026-05-26T13:58:23.434" v="10"/>
          <ac:spMkLst>
            <pc:docMk/>
            <pc:sldMk cId="3966085864" sldId="2147483636"/>
            <ac:spMk id="2" creationId="{8E856E7B-B603-F031-1C64-49A435BD185D}"/>
          </ac:spMkLst>
        </pc:spChg>
        <pc:spChg chg="del">
          <ac:chgData name="Paule GRANGETTE" userId="S::paule.grangette_etu.minesparis.psl.eu#ext#@collegeingenieurs.onmicrosoft.com::fd51f453-da8f-48f1-afa3-33ab2841d49f" providerId="AD" clId="Web-{4C2745E2-2CA6-6F7B-FB59-B52824A26826}" dt="2026-05-26T13:58:23.324" v="5"/>
          <ac:spMkLst>
            <pc:docMk/>
            <pc:sldMk cId="3966085864" sldId="2147483636"/>
            <ac:spMk id="3" creationId="{F7391491-6B1E-4D98-ED01-1922ABAEF8F4}"/>
          </ac:spMkLst>
        </pc:spChg>
        <pc:spChg chg="del">
          <ac:chgData name="Paule GRANGETTE" userId="S::paule.grangette_etu.minesparis.psl.eu#ext#@collegeingenieurs.onmicrosoft.com::fd51f453-da8f-48f1-afa3-33ab2841d49f" providerId="AD" clId="Web-{4C2745E2-2CA6-6F7B-FB59-B52824A26826}" dt="2026-05-26T13:58:23.387" v="9"/>
          <ac:spMkLst>
            <pc:docMk/>
            <pc:sldMk cId="3966085864" sldId="2147483636"/>
            <ac:spMk id="5" creationId="{D5F6E5EC-69B0-1B3D-1838-1668B0E82DD3}"/>
          </ac:spMkLst>
        </pc:spChg>
        <pc:spChg chg="del">
          <ac:chgData name="Paule GRANGETTE" userId="S::paule.grangette_etu.minesparis.psl.eu#ext#@collegeingenieurs.onmicrosoft.com::fd51f453-da8f-48f1-afa3-33ab2841d49f" providerId="AD" clId="Web-{4C2745E2-2CA6-6F7B-FB59-B52824A26826}" dt="2026-05-26T13:58:23.387" v="8"/>
          <ac:spMkLst>
            <pc:docMk/>
            <pc:sldMk cId="3966085864" sldId="2147483636"/>
            <ac:spMk id="7" creationId="{ED81FD15-AB16-79D5-5843-E4BEDC872C16}"/>
          </ac:spMkLst>
        </pc:spChg>
        <pc:spChg chg="add del mod">
          <ac:chgData name="Paule GRANGETTE" userId="S::paule.grangette_etu.minesparis.psl.eu#ext#@collegeingenieurs.onmicrosoft.com::fd51f453-da8f-48f1-afa3-33ab2841d49f" providerId="AD" clId="Web-{4C2745E2-2CA6-6F7B-FB59-B52824A26826}" dt="2026-05-26T13:58:33.669" v="12"/>
          <ac:spMkLst>
            <pc:docMk/>
            <pc:sldMk cId="3966085864" sldId="2147483636"/>
            <ac:spMk id="8" creationId="{9B9B64C2-3F36-78F1-7874-EEDD9A7DD7EE}"/>
          </ac:spMkLst>
        </pc:spChg>
        <pc:spChg chg="del">
          <ac:chgData name="Paule GRANGETTE" userId="S::paule.grangette_etu.minesparis.psl.eu#ext#@collegeingenieurs.onmicrosoft.com::fd51f453-da8f-48f1-afa3-33ab2841d49f" providerId="AD" clId="Web-{4C2745E2-2CA6-6F7B-FB59-B52824A26826}" dt="2026-05-26T13:58:23.324" v="6"/>
          <ac:spMkLst>
            <pc:docMk/>
            <pc:sldMk cId="3966085864" sldId="2147483636"/>
            <ac:spMk id="10" creationId="{80A68670-AADD-4997-ABF9-2EF72CCE54CC}"/>
          </ac:spMkLst>
        </pc:spChg>
        <pc:spChg chg="add del mod">
          <ac:chgData name="Paule GRANGETTE" userId="S::paule.grangette_etu.minesparis.psl.eu#ext#@collegeingenieurs.onmicrosoft.com::fd51f453-da8f-48f1-afa3-33ab2841d49f" providerId="AD" clId="Web-{4C2745E2-2CA6-6F7B-FB59-B52824A26826}" dt="2026-05-26T13:58:30.997" v="11"/>
          <ac:spMkLst>
            <pc:docMk/>
            <pc:sldMk cId="3966085864" sldId="2147483636"/>
            <ac:spMk id="13" creationId="{91EAE165-A12D-6616-EAE8-DC08DA01EAB0}"/>
          </ac:spMkLst>
        </pc:spChg>
        <pc:spChg chg="add mod">
          <ac:chgData name="Paule GRANGETTE" userId="S::paule.grangette_etu.minesparis.psl.eu#ext#@collegeingenieurs.onmicrosoft.com::fd51f453-da8f-48f1-afa3-33ab2841d49f" providerId="AD" clId="Web-{4C2745E2-2CA6-6F7B-FB59-B52824A26826}" dt="2026-05-26T14:28:34.994" v="549" actId="20577"/>
          <ac:spMkLst>
            <pc:docMk/>
            <pc:sldMk cId="3966085864" sldId="2147483636"/>
            <ac:spMk id="14" creationId="{CF3A801A-445E-3F5A-4EAC-21F3E2A26C83}"/>
          </ac:spMkLst>
        </pc:spChg>
        <pc:picChg chg="del">
          <ac:chgData name="Paule GRANGETTE" userId="S::paule.grangette_etu.minesparis.psl.eu#ext#@collegeingenieurs.onmicrosoft.com::fd51f453-da8f-48f1-afa3-33ab2841d49f" providerId="AD" clId="Web-{4C2745E2-2CA6-6F7B-FB59-B52824A26826}" dt="2026-05-26T13:58:23.324" v="7"/>
          <ac:picMkLst>
            <pc:docMk/>
            <pc:sldMk cId="3966085864" sldId="2147483636"/>
            <ac:picMk id="9" creationId="{7704F35D-6C26-F222-64D9-885E7944D1C8}"/>
          </ac:picMkLst>
        </pc:picChg>
      </pc:sldChg>
      <pc:sldChg chg="addSp modSp add replId">
        <pc:chgData name="Paule GRANGETTE" userId="S::paule.grangette_etu.minesparis.psl.eu#ext#@collegeingenieurs.onmicrosoft.com::fd51f453-da8f-48f1-afa3-33ab2841d49f" providerId="AD" clId="Web-{4C2745E2-2CA6-6F7B-FB59-B52824A26826}" dt="2026-05-26T14:49:15.874" v="659" actId="20577"/>
        <pc:sldMkLst>
          <pc:docMk/>
          <pc:sldMk cId="3069516875" sldId="2147483637"/>
        </pc:sldMkLst>
        <pc:spChg chg="add mod">
          <ac:chgData name="Paule GRANGETTE" userId="S::paule.grangette_etu.minesparis.psl.eu#ext#@collegeingenieurs.onmicrosoft.com::fd51f453-da8f-48f1-afa3-33ab2841d49f" providerId="AD" clId="Web-{4C2745E2-2CA6-6F7B-FB59-B52824A26826}" dt="2026-05-26T14:49:15.874" v="659" actId="20577"/>
          <ac:spMkLst>
            <pc:docMk/>
            <pc:sldMk cId="3069516875" sldId="2147483637"/>
            <ac:spMk id="2" creationId="{0A17A03A-6D5B-FC87-F0C7-F138B556D126}"/>
          </ac:spMkLst>
        </pc:spChg>
      </pc:sldChg>
      <pc:sldChg chg="add replId">
        <pc:chgData name="Paule GRANGETTE" userId="S::paule.grangette_etu.minesparis.psl.eu#ext#@collegeingenieurs.onmicrosoft.com::fd51f453-da8f-48f1-afa3-33ab2841d49f" providerId="AD" clId="Web-{4C2745E2-2CA6-6F7B-FB59-B52824A26826}" dt="2026-05-26T14:04:47.216" v="14"/>
        <pc:sldMkLst>
          <pc:docMk/>
          <pc:sldMk cId="3340863666" sldId="2147483638"/>
        </pc:sldMkLst>
      </pc:sldChg>
      <pc:sldChg chg="new del">
        <pc:chgData name="Paule GRANGETTE" userId="S::paule.grangette_etu.minesparis.psl.eu#ext#@collegeingenieurs.onmicrosoft.com::fd51f453-da8f-48f1-afa3-33ab2841d49f" providerId="AD" clId="Web-{4C2745E2-2CA6-6F7B-FB59-B52824A26826}" dt="2026-05-26T14:05:07.514" v="16"/>
        <pc:sldMkLst>
          <pc:docMk/>
          <pc:sldMk cId="3197021529" sldId="214748363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1B88414C-F190-4ED7-986F-59750D05EE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FE4C274-1C70-4905-AD25-947876CDEDE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98ED99-101D-4D25-A61B-F1145E2096AF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52FFA33-24FB-4C71-AB23-14C8D81C461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B39D9B1-31D4-4A40-B9C1-FB90F7754F5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956FD0-ED1E-4875-B69D-F87A441EE5C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4021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E7110D-8713-4818-A6C5-BA5073E6EF19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1000" y="4343400"/>
            <a:ext cx="60960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Click to edit Master text styles</a:t>
            </a:r>
          </a:p>
          <a:p>
            <a:pPr lvl="1"/>
            <a:r>
              <a:rPr lang="de-DE"/>
              <a:t>Second level</a:t>
            </a:r>
          </a:p>
          <a:p>
            <a:pPr lvl="2"/>
            <a:r>
              <a:rPr lang="de-DE"/>
              <a:t>Third level</a:t>
            </a:r>
          </a:p>
          <a:p>
            <a:pPr lvl="3"/>
            <a:r>
              <a:rPr lang="de-DE"/>
              <a:t>Fourth level</a:t>
            </a:r>
          </a:p>
          <a:p>
            <a:pPr lvl="4"/>
            <a:r>
              <a:rPr lang="de-DE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620C28-1F57-4AC3-BC38-27FE91AD92B7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2704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52000" indent="-252000" algn="l" defTabSz="914400" rtl="0" eaLnBrk="1" latinLnBrk="0" hangingPunct="1">
      <a:lnSpc>
        <a:spcPct val="105000"/>
      </a:lnSpc>
      <a:spcAft>
        <a:spcPts val="400"/>
      </a:spcAft>
      <a:buSzPct val="90000"/>
      <a:buFont typeface="Arial" panose="020B0604020202020204" pitchFamily="34" charset="0"/>
      <a:buChar char="►"/>
      <a:defRPr sz="1200" kern="1200">
        <a:solidFill>
          <a:schemeClr val="tx1"/>
        </a:solidFill>
        <a:latin typeface="+mn-lt"/>
        <a:ea typeface="+mn-ea"/>
        <a:cs typeface="Arial" panose="020B0604020202020204" pitchFamily="34" charset="0"/>
      </a:defRPr>
    </a:lvl1pPr>
    <a:lvl2pPr marL="450000" indent="-180000" algn="l" defTabSz="914400" rtl="0" eaLnBrk="1" latinLnBrk="0" hangingPunct="1">
      <a:lnSpc>
        <a:spcPct val="105000"/>
      </a:lnSpc>
      <a:spcAft>
        <a:spcPts val="400"/>
      </a:spcAft>
      <a:buSzPct val="90000"/>
      <a:buFont typeface="Arial" panose="020B0604020202020204" pitchFamily="34" charset="0"/>
      <a:buChar char="‒"/>
      <a:defRPr sz="1200" kern="1200">
        <a:solidFill>
          <a:schemeClr val="tx1"/>
        </a:solidFill>
        <a:latin typeface="+mn-lt"/>
        <a:ea typeface="+mn-ea"/>
        <a:cs typeface="Arial" panose="020B0604020202020204" pitchFamily="34" charset="0"/>
      </a:defRPr>
    </a:lvl2pPr>
    <a:lvl3pPr marL="630000" indent="-180000" algn="l" defTabSz="914400" rtl="0" eaLnBrk="1" latinLnBrk="0" hangingPunct="1">
      <a:lnSpc>
        <a:spcPct val="105000"/>
      </a:lnSpc>
      <a:spcAft>
        <a:spcPts val="400"/>
      </a:spcAft>
      <a:buSzPct val="90000"/>
      <a:buFont typeface="Arial" panose="020B0604020202020204" pitchFamily="34" charset="0"/>
      <a:buChar char="‒"/>
      <a:defRPr sz="1200" kern="1200">
        <a:solidFill>
          <a:schemeClr val="tx1"/>
        </a:solidFill>
        <a:latin typeface="+mn-lt"/>
        <a:ea typeface="+mn-ea"/>
        <a:cs typeface="Arial" panose="020B0604020202020204" pitchFamily="34" charset="0"/>
      </a:defRPr>
    </a:lvl3pPr>
    <a:lvl4pPr marL="810000" indent="-180000" algn="l" defTabSz="914400" rtl="0" eaLnBrk="1" latinLnBrk="0" hangingPunct="1">
      <a:lnSpc>
        <a:spcPct val="105000"/>
      </a:lnSpc>
      <a:spcAft>
        <a:spcPts val="400"/>
      </a:spcAft>
      <a:buSzPct val="90000"/>
      <a:buFont typeface="Arial" panose="020B0604020202020204" pitchFamily="34" charset="0"/>
      <a:buChar char="‒"/>
      <a:defRPr sz="1200" kern="1200">
        <a:solidFill>
          <a:schemeClr val="tx1"/>
        </a:solidFill>
        <a:latin typeface="+mn-lt"/>
        <a:ea typeface="+mn-ea"/>
        <a:cs typeface="Arial" panose="020B0604020202020204" pitchFamily="34" charset="0"/>
      </a:defRPr>
    </a:lvl4pPr>
    <a:lvl5pPr marL="990000" indent="-180000" algn="l" defTabSz="914400" rtl="0" eaLnBrk="1" latinLnBrk="0" hangingPunct="1">
      <a:lnSpc>
        <a:spcPct val="105000"/>
      </a:lnSpc>
      <a:spcAft>
        <a:spcPts val="400"/>
      </a:spcAft>
      <a:buSzPct val="90000"/>
      <a:buFont typeface="Arial" panose="020B0604020202020204" pitchFamily="34" charset="0"/>
      <a:buChar char="‒"/>
      <a:defRPr sz="1200" kern="1200">
        <a:solidFill>
          <a:schemeClr val="tx1"/>
        </a:solidFill>
        <a:latin typeface="+mn-lt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arket segment 1">
            <a:extLst>
              <a:ext uri="{FF2B5EF4-FFF2-40B4-BE49-F238E27FC236}">
                <a16:creationId xmlns:a16="http://schemas.microsoft.com/office/drawing/2014/main" id="{FEB92341-A0BD-42D5-A6C9-33B63CFE323F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60000" y="411510"/>
            <a:ext cx="3168000" cy="205200"/>
          </a:xfrm>
        </p:spPr>
        <p:txBody>
          <a:bodyPr wrap="none">
            <a:noAutofit/>
          </a:bodyPr>
          <a:lstStyle>
            <a:lvl1pPr marL="0" indent="0">
              <a:buNone/>
              <a:defRPr sz="1300" spc="80" baseline="0">
                <a:solidFill>
                  <a:schemeClr val="tx2"/>
                </a:solidFill>
                <a:latin typeface="+mj-lt"/>
              </a:defRPr>
            </a:lvl1pPr>
            <a:lvl2pPr marL="0" indent="0">
              <a:buNone/>
              <a:defRPr>
                <a:solidFill>
                  <a:schemeClr val="tx2"/>
                </a:solidFill>
              </a:defRPr>
            </a:lvl2pPr>
            <a:lvl3pPr marL="0" indent="0">
              <a:buNone/>
              <a:defRPr>
                <a:solidFill>
                  <a:schemeClr val="tx2"/>
                </a:solidFill>
              </a:defRPr>
            </a:lvl3pPr>
            <a:lvl4pPr marL="0" indent="0">
              <a:buNone/>
              <a:defRPr>
                <a:solidFill>
                  <a:schemeClr val="tx2"/>
                </a:solidFill>
              </a:defRPr>
            </a:lvl4pPr>
            <a:lvl5pPr marL="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Text 13 pt, z.B. Marktsegmentbezeichnung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3" hasCustomPrompt="1"/>
          </p:nvPr>
        </p:nvSpPr>
        <p:spPr>
          <a:xfrm>
            <a:off x="360000" y="2880000"/>
            <a:ext cx="4896000" cy="79200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500" b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2pPr>
            <a:lvl3pPr marL="0" indent="0">
              <a:buNone/>
              <a:defRPr>
                <a:solidFill>
                  <a:schemeClr val="bg1"/>
                </a:solidFill>
              </a:defRPr>
            </a:lvl3pPr>
            <a:lvl4pPr marL="0" indent="0">
              <a:buNone/>
              <a:defRPr>
                <a:solidFill>
                  <a:schemeClr val="bg1"/>
                </a:solidFill>
              </a:defRPr>
            </a:lvl4pPr>
            <a:lvl5pPr marL="0" indent="0">
              <a:buNone/>
              <a:defRPr>
                <a:solidFill>
                  <a:schemeClr val="bg1"/>
                </a:solidFill>
              </a:defRPr>
            </a:lvl5pPr>
            <a:lvl6pPr marL="0" indent="0">
              <a:buNone/>
              <a:defRPr>
                <a:solidFill>
                  <a:schemeClr val="bg1"/>
                </a:solidFill>
              </a:defRPr>
            </a:lvl6pPr>
            <a:lvl7pPr marL="0" indent="0">
              <a:buNone/>
              <a:defRPr>
                <a:solidFill>
                  <a:schemeClr val="bg1"/>
                </a:solidFill>
              </a:defRPr>
            </a:lvl7pPr>
            <a:lvl8pPr marL="0" indent="0">
              <a:buNone/>
              <a:defRPr>
                <a:solidFill>
                  <a:schemeClr val="bg1"/>
                </a:solidFill>
              </a:defRPr>
            </a:lvl8pPr>
            <a:lvl9pPr marL="0" indent="0">
              <a:buNone/>
              <a:defRPr>
                <a:solidFill>
                  <a:schemeClr val="bg1"/>
                </a:solidFill>
              </a:defRPr>
            </a:lvl9pPr>
          </a:lstStyle>
          <a:p>
            <a:r>
              <a:rPr lang="de-DE"/>
              <a:t>Untertitel</a:t>
            </a:r>
            <a:br>
              <a:rPr lang="de-DE"/>
            </a:br>
            <a:r>
              <a:rPr lang="de-DE"/>
              <a:t>(15 pt, max. 3-zeilig), z. B. Name, Datum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60000" y="648000"/>
            <a:ext cx="4896001" cy="2016000"/>
          </a:xfr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Titel des Vortrags</a:t>
            </a:r>
            <a:br>
              <a:rPr lang="de-DE"/>
            </a:br>
            <a:r>
              <a:rPr lang="de-DE"/>
              <a:t>(27 pt, max. 3-zeilig)</a:t>
            </a:r>
          </a:p>
        </p:txBody>
      </p:sp>
      <p:pic>
        <p:nvPicPr>
          <p:cNvPr id="10" name="Raute 1">
            <a:extLst>
              <a:ext uri="{FF2B5EF4-FFF2-40B4-BE49-F238E27FC236}">
                <a16:creationId xmlns:a16="http://schemas.microsoft.com/office/drawing/2014/main" id="{D17EA172-063A-40AA-8470-C5F3DBA0D2C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6543" y="3579862"/>
            <a:ext cx="1007222" cy="1008000"/>
          </a:xfrm>
          <a:prstGeom prst="rect">
            <a:avLst/>
          </a:prstGeom>
        </p:spPr>
      </p:pic>
      <p:pic>
        <p:nvPicPr>
          <p:cNvPr id="11" name="RS Wortbild">
            <a:extLst>
              <a:ext uri="{FF2B5EF4-FFF2-40B4-BE49-F238E27FC236}">
                <a16:creationId xmlns:a16="http://schemas.microsoft.com/office/drawing/2014/main" id="{2833F9E8-E16C-49F6-B714-1F744E4F5ED2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998" y="3998331"/>
            <a:ext cx="2339830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948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">
            <a:extLst>
              <a:ext uri="{FF2B5EF4-FFF2-40B4-BE49-F238E27FC236}">
                <a16:creationId xmlns:a16="http://schemas.microsoft.com/office/drawing/2014/main" id="{89B6CDB4-3A8E-4D91-810A-42A926027067}"/>
              </a:ext>
            </a:extLst>
          </p:cNvPr>
          <p:cNvSpPr>
            <a:spLocks noGrp="1"/>
          </p:cNvSpPr>
          <p:nvPr>
            <p:ph type="pic" sz="quarter" idx="2" hasCustomPrompt="1"/>
          </p:nvPr>
        </p:nvSpPr>
        <p:spPr>
          <a:xfrm>
            <a:off x="0" y="0"/>
            <a:ext cx="9144000" cy="5143500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br>
              <a:rPr lang="de-DE"/>
            </a:br>
            <a:br>
              <a:rPr lang="de-DE"/>
            </a:br>
            <a:br>
              <a:rPr lang="de-DE"/>
            </a:br>
            <a:br>
              <a:rPr lang="de-DE"/>
            </a:br>
            <a:br>
              <a:rPr lang="de-DE"/>
            </a:br>
            <a:r>
              <a:rPr lang="de-DE"/>
              <a:t>Bild durch Klicken auf das Symbol hinzufügen</a:t>
            </a:r>
            <a:br>
              <a:rPr lang="de-DE"/>
            </a:br>
            <a:r>
              <a:rPr lang="de-DE"/>
              <a:t>Bitte folgenden Sie der Verknüpfung in Ihrem Bilderverzeichnis,</a:t>
            </a:r>
            <a:br>
              <a:rPr lang="de-DE"/>
            </a:br>
            <a:r>
              <a:rPr lang="de-DE"/>
              <a:t>nutzen Sie nur lizenzierte Bilder</a:t>
            </a:r>
          </a:p>
        </p:txBody>
      </p:sp>
      <p:sp>
        <p:nvSpPr>
          <p:cNvPr id="7" name="Title 1"/>
          <p:cNvSpPr>
            <a:spLocks noGrp="1" noMove="1" noResize="1"/>
          </p:cNvSpPr>
          <p:nvPr>
            <p:ph type="title" hasCustomPrompt="1"/>
          </p:nvPr>
        </p:nvSpPr>
        <p:spPr>
          <a:xfrm>
            <a:off x="360000" y="3528000"/>
            <a:ext cx="8496000" cy="1296000"/>
          </a:xfrm>
          <a:blipFill>
            <a:blip r:embed="rId2"/>
            <a:stretch>
              <a:fillRect/>
            </a:stretch>
          </a:blipFill>
        </p:spPr>
        <p:txBody>
          <a:bodyPr lIns="144000" tIns="360000" rIns="144000" bIns="288000"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Zwischentitel (27 pt, max. 2-zeilig)</a:t>
            </a:r>
            <a:br>
              <a:rPr lang="de-DE"/>
            </a:br>
            <a:r>
              <a:rPr lang="de-DE"/>
              <a:t>- Ändern Sie die Größe des Platzhaltes NICHT! -</a:t>
            </a:r>
            <a:br>
              <a:rPr lang="de-DE"/>
            </a:br>
            <a:endParaRPr lang="de-DE"/>
          </a:p>
        </p:txBody>
      </p:sp>
      <p:sp>
        <p:nvSpPr>
          <p:cNvPr id="9" name="Marktsegment 1">
            <a:extLst>
              <a:ext uri="{FF2B5EF4-FFF2-40B4-BE49-F238E27FC236}">
                <a16:creationId xmlns:a16="http://schemas.microsoft.com/office/drawing/2014/main" id="{33935D49-9FF6-4F81-B3AB-91756B06E046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60000" y="3654000"/>
            <a:ext cx="3168000" cy="205200"/>
          </a:xfrm>
        </p:spPr>
        <p:txBody>
          <a:bodyPr wrap="none" lIns="144000">
            <a:noAutofit/>
          </a:bodyPr>
          <a:lstStyle>
            <a:lvl1pPr marL="0" indent="0">
              <a:buNone/>
              <a:defRPr sz="1300" spc="80" baseline="0">
                <a:solidFill>
                  <a:schemeClr val="tx2"/>
                </a:solidFill>
                <a:latin typeface="+mj-lt"/>
              </a:defRPr>
            </a:lvl1pPr>
            <a:lvl2pPr marL="0" indent="0">
              <a:buNone/>
              <a:defRPr>
                <a:solidFill>
                  <a:schemeClr val="tx2"/>
                </a:solidFill>
              </a:defRPr>
            </a:lvl2pPr>
            <a:lvl3pPr marL="0" indent="0">
              <a:buNone/>
              <a:defRPr>
                <a:solidFill>
                  <a:schemeClr val="tx2"/>
                </a:solidFill>
              </a:defRPr>
            </a:lvl3pPr>
            <a:lvl4pPr marL="0" indent="0">
              <a:buNone/>
              <a:defRPr>
                <a:solidFill>
                  <a:schemeClr val="tx2"/>
                </a:solidFill>
              </a:defRPr>
            </a:lvl4pPr>
            <a:lvl5pPr marL="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Text 13 pt, z.B. Marktsegmentbezeichnung</a:t>
            </a:r>
          </a:p>
        </p:txBody>
      </p:sp>
    </p:spTree>
    <p:extLst>
      <p:ext uri="{BB962C8B-B14F-4D97-AF65-F5344CB8AC3E}">
        <p14:creationId xmlns:p14="http://schemas.microsoft.com/office/powerpoint/2010/main" val="994229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2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360000" y="3528000"/>
            <a:ext cx="8496000" cy="1131313"/>
          </a:xfrm>
          <a:noFill/>
        </p:spPr>
        <p:txBody>
          <a:bodyPr lIns="144000" tIns="360000" rIns="144000" bIns="288000"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Zwischentitel</a:t>
            </a:r>
            <a:br>
              <a:rPr lang="de-DE"/>
            </a:br>
            <a:r>
              <a:rPr lang="de-DE"/>
              <a:t>(27 pt, max. 2-zeilig)</a:t>
            </a:r>
            <a:br>
              <a:rPr lang="de-DE"/>
            </a:br>
            <a:endParaRPr lang="de-DE"/>
          </a:p>
        </p:txBody>
      </p:sp>
      <p:sp>
        <p:nvSpPr>
          <p:cNvPr id="13" name="Market segment 1">
            <a:extLst>
              <a:ext uri="{FF2B5EF4-FFF2-40B4-BE49-F238E27FC236}">
                <a16:creationId xmlns:a16="http://schemas.microsoft.com/office/drawing/2014/main" id="{166762E6-F093-4DB3-A7AB-E0C7464884B3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60000" y="3654000"/>
            <a:ext cx="3168000" cy="205200"/>
          </a:xfrm>
        </p:spPr>
        <p:txBody>
          <a:bodyPr wrap="none" lIns="144000">
            <a:noAutofit/>
          </a:bodyPr>
          <a:lstStyle>
            <a:lvl1pPr marL="0" indent="0">
              <a:buNone/>
              <a:defRPr sz="1300" spc="80" baseline="0">
                <a:solidFill>
                  <a:schemeClr val="tx2"/>
                </a:solidFill>
                <a:latin typeface="+mj-lt"/>
              </a:defRPr>
            </a:lvl1pPr>
            <a:lvl2pPr marL="0" indent="0">
              <a:buNone/>
              <a:defRPr>
                <a:solidFill>
                  <a:schemeClr val="tx2"/>
                </a:solidFill>
              </a:defRPr>
            </a:lvl2pPr>
            <a:lvl3pPr marL="0" indent="0">
              <a:buNone/>
              <a:defRPr>
                <a:solidFill>
                  <a:schemeClr val="tx2"/>
                </a:solidFill>
              </a:defRPr>
            </a:lvl3pPr>
            <a:lvl4pPr marL="0" indent="0">
              <a:buNone/>
              <a:defRPr>
                <a:solidFill>
                  <a:schemeClr val="tx2"/>
                </a:solidFill>
              </a:defRPr>
            </a:lvl4pPr>
            <a:lvl5pPr marL="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Text 13 pt, z.B. Marktsegmentbezeichnung</a:t>
            </a:r>
          </a:p>
        </p:txBody>
      </p:sp>
    </p:spTree>
    <p:extLst>
      <p:ext uri="{BB962C8B-B14F-4D97-AF65-F5344CB8AC3E}">
        <p14:creationId xmlns:p14="http://schemas.microsoft.com/office/powerpoint/2010/main" val="951256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2 Gre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360000" y="3528000"/>
            <a:ext cx="8496000" cy="1131313"/>
          </a:xfrm>
          <a:noFill/>
        </p:spPr>
        <p:txBody>
          <a:bodyPr lIns="144000" tIns="360000" rIns="144000" bIns="288000" anchor="t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Zwischentitel</a:t>
            </a:r>
            <a:br>
              <a:rPr lang="de-DE"/>
            </a:br>
            <a:r>
              <a:rPr lang="de-DE"/>
              <a:t>(27 pt, max. 2-zeilig)</a:t>
            </a:r>
            <a:br>
              <a:rPr lang="de-DE"/>
            </a:br>
            <a:endParaRPr lang="de-DE"/>
          </a:p>
        </p:txBody>
      </p:sp>
      <p:sp>
        <p:nvSpPr>
          <p:cNvPr id="13" name="Market segment 1">
            <a:extLst>
              <a:ext uri="{FF2B5EF4-FFF2-40B4-BE49-F238E27FC236}">
                <a16:creationId xmlns:a16="http://schemas.microsoft.com/office/drawing/2014/main" id="{166762E6-F093-4DB3-A7AB-E0C7464884B3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60000" y="3654000"/>
            <a:ext cx="3168000" cy="205200"/>
          </a:xfrm>
        </p:spPr>
        <p:txBody>
          <a:bodyPr wrap="none" lIns="144000">
            <a:noAutofit/>
          </a:bodyPr>
          <a:lstStyle>
            <a:lvl1pPr marL="0" indent="0">
              <a:buNone/>
              <a:defRPr sz="1300" spc="80" baseline="0">
                <a:solidFill>
                  <a:schemeClr val="tx2"/>
                </a:solidFill>
                <a:latin typeface="+mj-lt"/>
              </a:defRPr>
            </a:lvl1pPr>
            <a:lvl2pPr marL="0" indent="0">
              <a:buNone/>
              <a:defRPr>
                <a:solidFill>
                  <a:schemeClr val="tx2"/>
                </a:solidFill>
              </a:defRPr>
            </a:lvl2pPr>
            <a:lvl3pPr marL="0" indent="0">
              <a:buNone/>
              <a:defRPr>
                <a:solidFill>
                  <a:schemeClr val="tx2"/>
                </a:solidFill>
              </a:defRPr>
            </a:lvl3pPr>
            <a:lvl4pPr marL="0" indent="0">
              <a:buNone/>
              <a:defRPr>
                <a:solidFill>
                  <a:schemeClr val="tx2"/>
                </a:solidFill>
              </a:defRPr>
            </a:lvl4pPr>
            <a:lvl5pPr marL="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Text 13 pt, z.B. Marktsegmentbezeichnung</a:t>
            </a:r>
          </a:p>
        </p:txBody>
      </p:sp>
    </p:spTree>
    <p:extLst>
      <p:ext uri="{BB962C8B-B14F-4D97-AF65-F5344CB8AC3E}">
        <p14:creationId xmlns:p14="http://schemas.microsoft.com/office/powerpoint/2010/main" val="4200257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">
            <a:extLst>
              <a:ext uri="{FF2B5EF4-FFF2-40B4-BE49-F238E27FC236}">
                <a16:creationId xmlns:a16="http://schemas.microsoft.com/office/drawing/2014/main" id="{89B6CDB4-3A8E-4D91-810A-42A926027067}"/>
              </a:ext>
            </a:extLst>
          </p:cNvPr>
          <p:cNvSpPr>
            <a:spLocks noGrp="1"/>
          </p:cNvSpPr>
          <p:nvPr>
            <p:ph type="pic" sz="quarter" idx="2" hasCustomPrompt="1"/>
          </p:nvPr>
        </p:nvSpPr>
        <p:spPr>
          <a:xfrm>
            <a:off x="0" y="0"/>
            <a:ext cx="9144000" cy="2016000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br>
              <a:rPr lang="de-DE"/>
            </a:br>
            <a:br>
              <a:rPr lang="de-DE"/>
            </a:br>
            <a:br>
              <a:rPr lang="de-DE"/>
            </a:br>
            <a:br>
              <a:rPr lang="de-DE"/>
            </a:br>
            <a:br>
              <a:rPr lang="de-DE"/>
            </a:br>
            <a:r>
              <a:rPr lang="de-DE"/>
              <a:t>Bild durch Klicken auf das Symbol hinzufügen</a:t>
            </a:r>
            <a:br>
              <a:rPr lang="de-DE"/>
            </a:br>
            <a:r>
              <a:rPr lang="de-DE"/>
              <a:t>Bitte folgenden Sie der Verknüpfung in Ihrem Bilderverzeichnis,</a:t>
            </a:r>
            <a:br>
              <a:rPr lang="de-DE"/>
            </a:br>
            <a:r>
              <a:rPr lang="de-DE"/>
              <a:t>nutzen Sie nur lizenzierte Bilder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0" y="2016000"/>
            <a:ext cx="9144000" cy="3132000"/>
          </a:xfrm>
          <a:solidFill>
            <a:srgbClr val="003C74"/>
          </a:solidFill>
        </p:spPr>
        <p:txBody>
          <a:bodyPr lIns="360000" tIns="450000" rIns="144000" bIns="288000"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Zwischentitel(27 pt, max. 2-zeilig)</a:t>
            </a:r>
            <a:br>
              <a:rPr lang="de-DE"/>
            </a:br>
            <a:r>
              <a:rPr lang="de-DE"/>
              <a:t>- Ändern Sie die Größe des Platzhaltes NICHT! -</a:t>
            </a:r>
            <a:br>
              <a:rPr lang="de-DE"/>
            </a:br>
            <a:endParaRPr lang="de-DE"/>
          </a:p>
        </p:txBody>
      </p:sp>
      <p:sp>
        <p:nvSpPr>
          <p:cNvPr id="9" name="Market segment 1">
            <a:extLst>
              <a:ext uri="{FF2B5EF4-FFF2-40B4-BE49-F238E27FC236}">
                <a16:creationId xmlns:a16="http://schemas.microsoft.com/office/drawing/2014/main" id="{33935D49-9FF6-4F81-B3AB-91756B06E046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60000" y="2139702"/>
            <a:ext cx="3168000" cy="205200"/>
          </a:xfrm>
        </p:spPr>
        <p:txBody>
          <a:bodyPr wrap="none" lIns="0">
            <a:noAutofit/>
          </a:bodyPr>
          <a:lstStyle>
            <a:lvl1pPr marL="0" indent="0">
              <a:buNone/>
              <a:defRPr sz="1300" spc="80" baseline="0">
                <a:solidFill>
                  <a:schemeClr val="tx2"/>
                </a:solidFill>
                <a:latin typeface="+mj-lt"/>
              </a:defRPr>
            </a:lvl1pPr>
            <a:lvl2pPr marL="0" indent="0">
              <a:buNone/>
              <a:defRPr>
                <a:solidFill>
                  <a:schemeClr val="tx2"/>
                </a:solidFill>
              </a:defRPr>
            </a:lvl2pPr>
            <a:lvl3pPr marL="0" indent="0">
              <a:buNone/>
              <a:defRPr>
                <a:solidFill>
                  <a:schemeClr val="tx2"/>
                </a:solidFill>
              </a:defRPr>
            </a:lvl3pPr>
            <a:lvl4pPr marL="0" indent="0">
              <a:buNone/>
              <a:defRPr>
                <a:solidFill>
                  <a:schemeClr val="tx2"/>
                </a:solidFill>
              </a:defRPr>
            </a:lvl4pPr>
            <a:lvl5pPr marL="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Text 13 pt, z.B. Marktsegmentbezeichnung</a:t>
            </a:r>
          </a:p>
        </p:txBody>
      </p:sp>
    </p:spTree>
    <p:extLst>
      <p:ext uri="{BB962C8B-B14F-4D97-AF65-F5344CB8AC3E}">
        <p14:creationId xmlns:p14="http://schemas.microsoft.com/office/powerpoint/2010/main" val="2080581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4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1187624" y="0"/>
            <a:ext cx="7956376" cy="5148000"/>
          </a:xfrm>
          <a:solidFill>
            <a:schemeClr val="accent1"/>
          </a:solidFill>
        </p:spPr>
        <p:txBody>
          <a:bodyPr lIns="1980000" tIns="1440000" rIns="288000" bIns="486000"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Zwischentitel(27 pt, max. 2-zeilig)</a:t>
            </a:r>
            <a:br>
              <a:rPr lang="de-DE"/>
            </a:br>
            <a:r>
              <a:rPr lang="de-DE"/>
              <a:t>- Ändern Sie die Größe des Platzhaltes NICHT! -</a:t>
            </a:r>
          </a:p>
        </p:txBody>
      </p:sp>
      <p:sp>
        <p:nvSpPr>
          <p:cNvPr id="9" name="Market segment 1">
            <a:extLst>
              <a:ext uri="{FF2B5EF4-FFF2-40B4-BE49-F238E27FC236}">
                <a16:creationId xmlns:a16="http://schemas.microsoft.com/office/drawing/2014/main" id="{33935D49-9FF6-4F81-B3AB-91756B06E046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131647" y="1133475"/>
            <a:ext cx="3168000" cy="205200"/>
          </a:xfrm>
        </p:spPr>
        <p:txBody>
          <a:bodyPr wrap="none" lIns="0">
            <a:noAutofit/>
          </a:bodyPr>
          <a:lstStyle>
            <a:lvl1pPr marL="0" indent="0">
              <a:buNone/>
              <a:defRPr sz="1300" spc="80" baseline="0">
                <a:solidFill>
                  <a:schemeClr val="tx2"/>
                </a:solidFill>
                <a:latin typeface="+mj-lt"/>
              </a:defRPr>
            </a:lvl1pPr>
            <a:lvl2pPr marL="0" indent="0">
              <a:buNone/>
              <a:defRPr>
                <a:solidFill>
                  <a:schemeClr val="tx2"/>
                </a:solidFill>
              </a:defRPr>
            </a:lvl2pPr>
            <a:lvl3pPr marL="0" indent="0">
              <a:buNone/>
              <a:defRPr>
                <a:solidFill>
                  <a:schemeClr val="tx2"/>
                </a:solidFill>
              </a:defRPr>
            </a:lvl3pPr>
            <a:lvl4pPr marL="0" indent="0">
              <a:buNone/>
              <a:defRPr>
                <a:solidFill>
                  <a:schemeClr val="tx2"/>
                </a:solidFill>
              </a:defRPr>
            </a:lvl4pPr>
            <a:lvl5pPr marL="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Text 13 pt, z.B. Marktsegmentbezeichnung</a:t>
            </a:r>
          </a:p>
        </p:txBody>
      </p:sp>
      <p:sp>
        <p:nvSpPr>
          <p:cNvPr id="5" name="Picture Placeholder 1">
            <a:extLst>
              <a:ext uri="{FF2B5EF4-FFF2-40B4-BE49-F238E27FC236}">
                <a16:creationId xmlns:a16="http://schemas.microsoft.com/office/drawing/2014/main" id="{89B6CDB4-3A8E-4D91-810A-42A926027067}"/>
              </a:ext>
            </a:extLst>
          </p:cNvPr>
          <p:cNvSpPr>
            <a:spLocks noGrp="1"/>
          </p:cNvSpPr>
          <p:nvPr>
            <p:ph type="pic" sz="quarter" idx="2" hasCustomPrompt="1"/>
          </p:nvPr>
        </p:nvSpPr>
        <p:spPr>
          <a:xfrm>
            <a:off x="0" y="1134000"/>
            <a:ext cx="2880000" cy="2880000"/>
          </a:xfrm>
          <a:solidFill>
            <a:schemeClr val="bg1"/>
          </a:solidFill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br>
              <a:rPr lang="de-DE"/>
            </a:br>
            <a:br>
              <a:rPr lang="de-DE"/>
            </a:br>
            <a:br>
              <a:rPr lang="de-DE"/>
            </a:br>
            <a:br>
              <a:rPr lang="de-DE"/>
            </a:br>
            <a:br>
              <a:rPr lang="de-DE"/>
            </a:br>
            <a:r>
              <a:rPr lang="de-DE"/>
              <a:t>Bild durch Klicken auf das Symbol hinzufügen</a:t>
            </a:r>
            <a:br>
              <a:rPr lang="de-DE"/>
            </a:br>
            <a:r>
              <a:rPr lang="de-DE"/>
              <a:t>nutzen Sie nur lizenzierte Bilder!</a:t>
            </a:r>
          </a:p>
        </p:txBody>
      </p:sp>
    </p:spTree>
    <p:extLst>
      <p:ext uri="{BB962C8B-B14F-4D97-AF65-F5344CB8AC3E}">
        <p14:creationId xmlns:p14="http://schemas.microsoft.com/office/powerpoint/2010/main" val="3932348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C85243A-2E36-1610-689A-546128052C35}"/>
              </a:ext>
            </a:extLst>
          </p:cNvPr>
          <p:cNvSpPr/>
          <p:nvPr/>
        </p:nvSpPr>
        <p:spPr>
          <a:xfrm>
            <a:off x="-1" y="0"/>
            <a:ext cx="9144000" cy="3942000"/>
          </a:xfrm>
          <a:custGeom>
            <a:avLst/>
            <a:gdLst>
              <a:gd name="connsiteX0" fmla="*/ 8855999 w 9144000"/>
              <a:gd name="connsiteY0" fmla="*/ 0 h 3942000"/>
              <a:gd name="connsiteX1" fmla="*/ 9144000 w 9144000"/>
              <a:gd name="connsiteY1" fmla="*/ 0 h 3942000"/>
              <a:gd name="connsiteX2" fmla="*/ 9144000 w 9144000"/>
              <a:gd name="connsiteY2" fmla="*/ 0 h 3942000"/>
              <a:gd name="connsiteX3" fmla="*/ 9144000 w 9144000"/>
              <a:gd name="connsiteY3" fmla="*/ 1602488 h 3942000"/>
              <a:gd name="connsiteX4" fmla="*/ 9144000 w 9144000"/>
              <a:gd name="connsiteY4" fmla="*/ 3942000 h 3942000"/>
              <a:gd name="connsiteX5" fmla="*/ 8855999 w 9144000"/>
              <a:gd name="connsiteY5" fmla="*/ 3942000 h 3942000"/>
              <a:gd name="connsiteX6" fmla="*/ 8855999 w 9144000"/>
              <a:gd name="connsiteY6" fmla="*/ 1602488 h 3942000"/>
              <a:gd name="connsiteX7" fmla="*/ 5724127 w 9144000"/>
              <a:gd name="connsiteY7" fmla="*/ 1602488 h 3942000"/>
              <a:gd name="connsiteX8" fmla="*/ 5724127 w 9144000"/>
              <a:gd name="connsiteY8" fmla="*/ 3942000 h 3942000"/>
              <a:gd name="connsiteX9" fmla="*/ 0 w 9144000"/>
              <a:gd name="connsiteY9" fmla="*/ 3942000 h 3942000"/>
              <a:gd name="connsiteX10" fmla="*/ 0 w 9144000"/>
              <a:gd name="connsiteY10" fmla="*/ 0 h 3942000"/>
              <a:gd name="connsiteX11" fmla="*/ 5615639 w 9144000"/>
              <a:gd name="connsiteY11" fmla="*/ 0 h 3942000"/>
              <a:gd name="connsiteX12" fmla="*/ 5724127 w 9144000"/>
              <a:gd name="connsiteY12" fmla="*/ 0 h 3942000"/>
              <a:gd name="connsiteX13" fmla="*/ 8855999 w 9144000"/>
              <a:gd name="connsiteY13" fmla="*/ 0 h 394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9144000" h="3942000">
                <a:moveTo>
                  <a:pt x="8855999" y="0"/>
                </a:moveTo>
                <a:lnTo>
                  <a:pt x="9144000" y="0"/>
                </a:lnTo>
                <a:lnTo>
                  <a:pt x="9144000" y="0"/>
                </a:lnTo>
                <a:lnTo>
                  <a:pt x="9144000" y="1602488"/>
                </a:lnTo>
                <a:lnTo>
                  <a:pt x="9144000" y="3942000"/>
                </a:lnTo>
                <a:lnTo>
                  <a:pt x="8855999" y="3942000"/>
                </a:lnTo>
                <a:lnTo>
                  <a:pt x="8855999" y="1602488"/>
                </a:lnTo>
                <a:lnTo>
                  <a:pt x="5724127" y="1602488"/>
                </a:lnTo>
                <a:lnTo>
                  <a:pt x="5724127" y="3942000"/>
                </a:lnTo>
                <a:lnTo>
                  <a:pt x="0" y="3942000"/>
                </a:lnTo>
                <a:lnTo>
                  <a:pt x="0" y="0"/>
                </a:lnTo>
                <a:lnTo>
                  <a:pt x="5615639" y="0"/>
                </a:lnTo>
                <a:lnTo>
                  <a:pt x="5724127" y="0"/>
                </a:lnTo>
                <a:lnTo>
                  <a:pt x="885599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ctr"/>
            <a:endParaRPr lang="de-DE" sz="1500" err="1"/>
          </a:p>
        </p:txBody>
      </p:sp>
      <p:sp>
        <p:nvSpPr>
          <p:cNvPr id="13" name="Market segment 1">
            <a:extLst>
              <a:ext uri="{FF2B5EF4-FFF2-40B4-BE49-F238E27FC236}">
                <a16:creationId xmlns:a16="http://schemas.microsoft.com/office/drawing/2014/main" id="{166762E6-F093-4DB3-A7AB-E0C7464884B3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60363" y="75115"/>
            <a:ext cx="3168000" cy="205200"/>
          </a:xfrm>
        </p:spPr>
        <p:txBody>
          <a:bodyPr wrap="none" lIns="0">
            <a:noAutofit/>
          </a:bodyPr>
          <a:lstStyle>
            <a:lvl1pPr marL="0" indent="0">
              <a:buNone/>
              <a:defRPr sz="1300" spc="80" baseline="0">
                <a:solidFill>
                  <a:schemeClr val="tx2"/>
                </a:solidFill>
                <a:latin typeface="+mj-lt"/>
              </a:defRPr>
            </a:lvl1pPr>
            <a:lvl2pPr marL="0" indent="0">
              <a:buNone/>
              <a:defRPr>
                <a:solidFill>
                  <a:schemeClr val="tx2"/>
                </a:solidFill>
              </a:defRPr>
            </a:lvl2pPr>
            <a:lvl3pPr marL="0" indent="0">
              <a:buNone/>
              <a:defRPr>
                <a:solidFill>
                  <a:schemeClr val="tx2"/>
                </a:solidFill>
              </a:defRPr>
            </a:lvl3pPr>
            <a:lvl4pPr marL="0" indent="0">
              <a:buNone/>
              <a:defRPr>
                <a:solidFill>
                  <a:schemeClr val="tx2"/>
                </a:solidFill>
              </a:defRPr>
            </a:lvl4pPr>
            <a:lvl5pPr marL="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Text 13 pt, z.B. Marktsegmentbezeichnung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517A567-659C-1055-34B7-7C0ADA07E7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Zwischentitel</a:t>
            </a:r>
            <a:br>
              <a:rPr lang="de-DE"/>
            </a:br>
            <a:r>
              <a:rPr lang="de-DE"/>
              <a:t>(27 pt, max. 2-zeilig)</a:t>
            </a:r>
          </a:p>
        </p:txBody>
      </p:sp>
      <p:sp>
        <p:nvSpPr>
          <p:cNvPr id="21" name="Text Placeholder 1">
            <a:extLst>
              <a:ext uri="{FF2B5EF4-FFF2-40B4-BE49-F238E27FC236}">
                <a16:creationId xmlns:a16="http://schemas.microsoft.com/office/drawing/2014/main" id="{1A88095E-12B0-9A86-09A1-6B67C00762B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724128" y="1602488"/>
            <a:ext cx="3132000" cy="3060000"/>
          </a:xfrm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accent1"/>
                </a:solidFill>
              </a:defRPr>
            </a:lvl1pPr>
            <a:lvl2pPr marL="0" indent="0" algn="ctr">
              <a:buFontTx/>
              <a:buNone/>
              <a:defRPr>
                <a:solidFill>
                  <a:schemeClr val="accent1"/>
                </a:solidFill>
              </a:defRPr>
            </a:lvl2pPr>
            <a:lvl3pPr marL="0" indent="0" algn="ctr">
              <a:buFontTx/>
              <a:buNone/>
              <a:defRPr>
                <a:solidFill>
                  <a:schemeClr val="accent1"/>
                </a:solidFill>
              </a:defRPr>
            </a:lvl3pPr>
            <a:lvl4pPr marL="0" indent="0" algn="ctr">
              <a:buFontTx/>
              <a:buNone/>
              <a:defRPr>
                <a:solidFill>
                  <a:schemeClr val="accent1"/>
                </a:solidFill>
              </a:defRPr>
            </a:lvl4pPr>
            <a:lvl5pPr marL="0" indent="0" algn="ctr">
              <a:buFontTx/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857762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rgbClr val="0011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Agenda – Bitte eben Sie diesen Text selbst ein.</a:t>
            </a:r>
            <a:br>
              <a:rPr lang="de-DE"/>
            </a:br>
            <a:r>
              <a:rPr lang="de-DE"/>
              <a:t>(27 pt, fett, max. 2-zeilig)</a:t>
            </a:r>
          </a:p>
        </p:txBody>
      </p:sp>
      <p:sp>
        <p:nvSpPr>
          <p:cNvPr id="3" name="Text Placeholder 1"/>
          <p:cNvSpPr>
            <a:spLocks noGrp="1"/>
          </p:cNvSpPr>
          <p:nvPr>
            <p:ph type="body" idx="1" hasCustomPrompt="1"/>
          </p:nvPr>
        </p:nvSpPr>
        <p:spPr/>
        <p:txBody>
          <a:bodyPr tIns="36000" numCol="2" spcCol="288000"/>
          <a:lstStyle>
            <a:lvl1pPr marL="720000" indent="-720000">
              <a:spcAft>
                <a:spcPts val="1400"/>
              </a:spcAft>
              <a:buClr>
                <a:schemeClr val="tx2"/>
              </a:buClr>
              <a:buSzPct val="150000"/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720000" indent="-720000">
              <a:spcAft>
                <a:spcPts val="1400"/>
              </a:spcAft>
              <a:buClr>
                <a:schemeClr val="tx2"/>
              </a:buClr>
              <a:buSzPct val="150000"/>
              <a:buFont typeface="+mj-lt"/>
              <a:buAutoNum type="arabicPeriod"/>
              <a:defRPr>
                <a:solidFill>
                  <a:schemeClr val="bg1"/>
                </a:solidFill>
              </a:defRPr>
            </a:lvl2pPr>
            <a:lvl3pPr marL="720000" indent="-720000">
              <a:spcAft>
                <a:spcPts val="1400"/>
              </a:spcAft>
              <a:buClr>
                <a:schemeClr val="tx2"/>
              </a:buClr>
              <a:buSzPct val="150000"/>
              <a:buFont typeface="+mj-lt"/>
              <a:buAutoNum type="arabicPeriod"/>
              <a:defRPr>
                <a:solidFill>
                  <a:schemeClr val="bg1"/>
                </a:solidFill>
              </a:defRPr>
            </a:lvl3pPr>
            <a:lvl4pPr marL="720000" indent="-720000">
              <a:spcAft>
                <a:spcPts val="1400"/>
              </a:spcAft>
              <a:buClr>
                <a:schemeClr val="tx2"/>
              </a:buClr>
              <a:buSzPct val="150000"/>
              <a:buFont typeface="+mj-lt"/>
              <a:buAutoNum type="arabicPeriod"/>
              <a:defRPr>
                <a:solidFill>
                  <a:schemeClr val="bg1"/>
                </a:solidFill>
              </a:defRPr>
            </a:lvl4pPr>
            <a:lvl5pPr marL="720000" indent="-720000">
              <a:spcAft>
                <a:spcPts val="1400"/>
              </a:spcAft>
              <a:buClr>
                <a:schemeClr val="tx2"/>
              </a:buClr>
              <a:buSzPct val="150000"/>
              <a:buFont typeface="+mj-lt"/>
              <a:buAutoNum type="arabicPeriod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Zweispaltige Agenda-Folie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de-DE"/>
              <a:t>16.04.2026</a:t>
            </a:r>
          </a:p>
        </p:txBody>
      </p:sp>
      <p:sp>
        <p:nvSpPr>
          <p:cNvPr id="11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Workshop: Corporate Planning Process Optimization</a:t>
            </a:r>
            <a:endParaRPr lang="de-DE"/>
          </a:p>
        </p:txBody>
      </p:sp>
      <p:sp>
        <p:nvSpPr>
          <p:cNvPr id="1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7CB76AC-E5DF-427C-ABDC-2F4FBD8E4B69}" type="slidenum">
              <a:rPr lang="de-DE" smtClean="0"/>
              <a:pPr/>
              <a:t>‹N°›</a:t>
            </a:fld>
            <a:endParaRPr lang="de-DE"/>
          </a:p>
        </p:txBody>
      </p:sp>
      <p:sp>
        <p:nvSpPr>
          <p:cNvPr id="7" name="Chapter 1">
            <a:extLst>
              <a:ext uri="{FF2B5EF4-FFF2-40B4-BE49-F238E27FC236}">
                <a16:creationId xmlns:a16="http://schemas.microsoft.com/office/drawing/2014/main" id="{37B6B4EF-200C-4243-89CB-ACD9A86DA009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60000" y="36000"/>
            <a:ext cx="3168000" cy="205200"/>
          </a:xfrm>
        </p:spPr>
        <p:txBody>
          <a:bodyPr wrap="none">
            <a:noAutofit/>
          </a:bodyPr>
          <a:lstStyle>
            <a:lvl1pPr marL="0" indent="0">
              <a:buNone/>
              <a:defRPr sz="1400" spc="8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de-DE" sz="1400"/>
              <a:t>Text 14 pt, z.B. Kapitel-Nr. &amp; -Überschrift</a:t>
            </a:r>
          </a:p>
        </p:txBody>
      </p:sp>
    </p:spTree>
    <p:extLst>
      <p:ext uri="{BB962C8B-B14F-4D97-AF65-F5344CB8AC3E}">
        <p14:creationId xmlns:p14="http://schemas.microsoft.com/office/powerpoint/2010/main" val="4244257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Folientitel</a:t>
            </a:r>
            <a:br>
              <a:rPr lang="de-DE"/>
            </a:br>
            <a:r>
              <a:rPr lang="de-DE"/>
              <a:t>(27 pt, fett, max. 2-zeilig)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Text (15 pt) eingeben oder Inhalt durch Symbol in der Mitte bestimmen (Bilder: Bitte folgenden Sie der Verknüpfung in Ihrem Bilderverzeichnis, nutzen Sie nur lizenzierte Bilder)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de-DE"/>
              <a:t>16.04.2026</a:t>
            </a:r>
          </a:p>
        </p:txBody>
      </p:sp>
      <p:sp>
        <p:nvSpPr>
          <p:cNvPr id="11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Workshop: Corporate Planning Process Optimization</a:t>
            </a:r>
            <a:endParaRPr lang="de-DE"/>
          </a:p>
        </p:txBody>
      </p:sp>
      <p:sp>
        <p:nvSpPr>
          <p:cNvPr id="1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B76AC-E5DF-427C-ABDC-2F4FBD8E4B69}" type="slidenum">
              <a:rPr lang="de-DE" smtClean="0"/>
              <a:t>‹N°›</a:t>
            </a:fld>
            <a:endParaRPr lang="de-DE"/>
          </a:p>
        </p:txBody>
      </p:sp>
      <p:sp>
        <p:nvSpPr>
          <p:cNvPr id="7" name="Chapter 1">
            <a:extLst>
              <a:ext uri="{FF2B5EF4-FFF2-40B4-BE49-F238E27FC236}">
                <a16:creationId xmlns:a16="http://schemas.microsoft.com/office/drawing/2014/main" id="{37B6B4EF-200C-4243-89CB-ACD9A86DA009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60000" y="36000"/>
            <a:ext cx="3168000" cy="205200"/>
          </a:xfrm>
        </p:spPr>
        <p:txBody>
          <a:bodyPr wrap="none">
            <a:noAutofit/>
          </a:bodyPr>
          <a:lstStyle>
            <a:lvl1pPr marL="0" indent="0">
              <a:buNone/>
              <a:defRPr sz="1400" spc="8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de-DE" sz="1400"/>
              <a:t>Text 14 pt, z.B. Kapitel-Nr. &amp; -Überschrift</a:t>
            </a:r>
          </a:p>
        </p:txBody>
      </p:sp>
    </p:spTree>
    <p:extLst>
      <p:ext uri="{BB962C8B-B14F-4D97-AF65-F5344CB8AC3E}">
        <p14:creationId xmlns:p14="http://schemas.microsoft.com/office/powerpoint/2010/main" val="1656790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Blue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Folientitel</a:t>
            </a:r>
            <a:br>
              <a:rPr lang="de-DE"/>
            </a:br>
            <a:r>
              <a:rPr lang="de-DE"/>
              <a:t>(27 pt, fett, max. 2-zeilig)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 (15 pt) eingeben oder Inhalt durch Symbol in der Mitte bestimmen (Bilder: Bitte folgenden Sie der Verknüpfung in Ihrem Bilderverzeichnis, nutzen Sie nur lizenzierte Bilder)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de-DE"/>
              <a:t>16.04.2026</a:t>
            </a:r>
          </a:p>
        </p:txBody>
      </p:sp>
      <p:sp>
        <p:nvSpPr>
          <p:cNvPr id="11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Workshop: Corporate Planning Process Optimization</a:t>
            </a:r>
            <a:endParaRPr lang="de-DE"/>
          </a:p>
        </p:txBody>
      </p:sp>
      <p:sp>
        <p:nvSpPr>
          <p:cNvPr id="1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7CB76AC-E5DF-427C-ABDC-2F4FBD8E4B69}" type="slidenum">
              <a:rPr lang="de-DE" smtClean="0"/>
              <a:pPr/>
              <a:t>‹N°›</a:t>
            </a:fld>
            <a:endParaRPr lang="de-DE"/>
          </a:p>
        </p:txBody>
      </p:sp>
      <p:sp>
        <p:nvSpPr>
          <p:cNvPr id="7" name="Chapter 1">
            <a:extLst>
              <a:ext uri="{FF2B5EF4-FFF2-40B4-BE49-F238E27FC236}">
                <a16:creationId xmlns:a16="http://schemas.microsoft.com/office/drawing/2014/main" id="{37B6B4EF-200C-4243-89CB-ACD9A86DA009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60000" y="36000"/>
            <a:ext cx="3168000" cy="205200"/>
          </a:xfrm>
        </p:spPr>
        <p:txBody>
          <a:bodyPr wrap="none">
            <a:noAutofit/>
          </a:bodyPr>
          <a:lstStyle>
            <a:lvl1pPr marL="0" indent="0">
              <a:buNone/>
              <a:defRPr sz="1400" spc="8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de-DE" sz="1400"/>
              <a:t>Text 14 pt, e.g. chapter no. &amp; chapter</a:t>
            </a:r>
          </a:p>
        </p:txBody>
      </p:sp>
    </p:spTree>
    <p:extLst>
      <p:ext uri="{BB962C8B-B14F-4D97-AF65-F5344CB8AC3E}">
        <p14:creationId xmlns:p14="http://schemas.microsoft.com/office/powerpoint/2010/main" val="1008385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Blue 3">
    <p:bg>
      <p:bgPr>
        <a:solidFill>
          <a:srgbClr val="0027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Folientitel</a:t>
            </a:r>
            <a:br>
              <a:rPr lang="de-DE"/>
            </a:br>
            <a:r>
              <a:rPr lang="de-DE"/>
              <a:t>(27 pt, fett, max. 2-zeilig)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 (15 pt) eingeben oder Inhalt durch Symbol in der Mitte bestimmen (Bilder: Bitte folgenden Sie der Verknüpfung in Ihrem Bilderverzeichnis, nutzen Sie nur lizenzierte Bilder)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de-DE"/>
              <a:t>16.04.2026</a:t>
            </a:r>
          </a:p>
        </p:txBody>
      </p:sp>
      <p:sp>
        <p:nvSpPr>
          <p:cNvPr id="11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Workshop: Corporate Planning Process Optimization</a:t>
            </a:r>
            <a:endParaRPr lang="de-DE"/>
          </a:p>
        </p:txBody>
      </p:sp>
      <p:sp>
        <p:nvSpPr>
          <p:cNvPr id="1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7CB76AC-E5DF-427C-ABDC-2F4FBD8E4B69}" type="slidenum">
              <a:rPr lang="de-DE" smtClean="0"/>
              <a:pPr/>
              <a:t>‹N°›</a:t>
            </a:fld>
            <a:endParaRPr lang="de-DE"/>
          </a:p>
        </p:txBody>
      </p:sp>
      <p:sp>
        <p:nvSpPr>
          <p:cNvPr id="7" name="Chapter 1">
            <a:extLst>
              <a:ext uri="{FF2B5EF4-FFF2-40B4-BE49-F238E27FC236}">
                <a16:creationId xmlns:a16="http://schemas.microsoft.com/office/drawing/2014/main" id="{37B6B4EF-200C-4243-89CB-ACD9A86DA009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60000" y="36000"/>
            <a:ext cx="3168000" cy="205200"/>
          </a:xfrm>
        </p:spPr>
        <p:txBody>
          <a:bodyPr wrap="none">
            <a:noAutofit/>
          </a:bodyPr>
          <a:lstStyle>
            <a:lvl1pPr marL="0" indent="0">
              <a:buNone/>
              <a:defRPr sz="1400" spc="8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de-DE" sz="1400"/>
              <a:t>Text 14 pt, z.B. Kapitel-Nr. &amp; -Überschrift</a:t>
            </a:r>
          </a:p>
        </p:txBody>
      </p:sp>
    </p:spTree>
    <p:extLst>
      <p:ext uri="{BB962C8B-B14F-4D97-AF65-F5344CB8AC3E}">
        <p14:creationId xmlns:p14="http://schemas.microsoft.com/office/powerpoint/2010/main" val="35912169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Blue 5">
    <p:bg>
      <p:bgPr>
        <a:solidFill>
          <a:srgbClr val="0011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Folientitel</a:t>
            </a:r>
            <a:br>
              <a:rPr lang="de-DE"/>
            </a:br>
            <a:r>
              <a:rPr lang="de-DE"/>
              <a:t>(27 pt, fett, max. 2-zeilig)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 (15 pt) eingeben oder Inhalt durch Symbol in der Mitte bestimmen (Bilder: Bitte folgenden Sie der Verknüpfung in Ihrem Bilderverzeichnis, nutzen Sie nur lizenzierte Bilder)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de-DE"/>
              <a:t>16.04.2026</a:t>
            </a:r>
          </a:p>
        </p:txBody>
      </p:sp>
      <p:sp>
        <p:nvSpPr>
          <p:cNvPr id="11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Workshop: Corporate Planning Process Optimization</a:t>
            </a:r>
            <a:endParaRPr lang="de-DE"/>
          </a:p>
        </p:txBody>
      </p:sp>
      <p:sp>
        <p:nvSpPr>
          <p:cNvPr id="1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7CB76AC-E5DF-427C-ABDC-2F4FBD8E4B69}" type="slidenum">
              <a:rPr lang="de-DE" smtClean="0"/>
              <a:pPr/>
              <a:t>‹N°›</a:t>
            </a:fld>
            <a:endParaRPr lang="de-DE"/>
          </a:p>
        </p:txBody>
      </p:sp>
      <p:sp>
        <p:nvSpPr>
          <p:cNvPr id="7" name="Chapter 1">
            <a:extLst>
              <a:ext uri="{FF2B5EF4-FFF2-40B4-BE49-F238E27FC236}">
                <a16:creationId xmlns:a16="http://schemas.microsoft.com/office/drawing/2014/main" id="{37B6B4EF-200C-4243-89CB-ACD9A86DA009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60000" y="36000"/>
            <a:ext cx="3168000" cy="205200"/>
          </a:xfrm>
        </p:spPr>
        <p:txBody>
          <a:bodyPr wrap="none">
            <a:noAutofit/>
          </a:bodyPr>
          <a:lstStyle>
            <a:lvl1pPr marL="0" indent="0">
              <a:buNone/>
              <a:defRPr sz="1400" spc="8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de-DE" sz="1400"/>
              <a:t>Text 14 pt, z.B. Kapitel-Nr. &amp; -Überschrift</a:t>
            </a:r>
          </a:p>
        </p:txBody>
      </p:sp>
    </p:spTree>
    <p:extLst>
      <p:ext uri="{BB962C8B-B14F-4D97-AF65-F5344CB8AC3E}">
        <p14:creationId xmlns:p14="http://schemas.microsoft.com/office/powerpoint/2010/main" val="25118367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Header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Folientitel</a:t>
            </a:r>
            <a:br>
              <a:rPr lang="de-DE"/>
            </a:br>
            <a:r>
              <a:rPr lang="de-DE"/>
              <a:t>(27 pt, fett, max. 2-zeilig)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idx="1" hasCustomPrompt="1"/>
          </p:nvPr>
        </p:nvSpPr>
        <p:spPr>
          <a:xfrm>
            <a:off x="360000" y="1458000"/>
            <a:ext cx="8496000" cy="3204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Text (15 pt) eingeben oder Inhalt durch Symbol in der Mitte bestimmen (Bilder: Bitte folgenden Sie der Verknüpfung in Ihrem Bilderverzeichnis, nutzen Sie nur lizenzierte Bilder)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Heading 1"/>
          <p:cNvSpPr>
            <a:spLocks noGrp="1"/>
          </p:cNvSpPr>
          <p:nvPr>
            <p:ph type="body" idx="13" hasCustomPrompt="1"/>
          </p:nvPr>
        </p:nvSpPr>
        <p:spPr>
          <a:xfrm>
            <a:off x="360000" y="1134000"/>
            <a:ext cx="8496000" cy="252000"/>
          </a:xfrm>
        </p:spPr>
        <p:txBody>
          <a:bodyPr wrap="none" anchor="b"/>
          <a:lstStyle>
            <a:lvl1pPr marL="0" indent="0">
              <a:lnSpc>
                <a:spcPct val="100000"/>
              </a:lnSpc>
              <a:buNone/>
              <a:defRPr sz="1500" b="1" baseline="0"/>
            </a:lvl1pPr>
            <a:lvl2pPr marL="457200" indent="0">
              <a:buNone/>
              <a:defRPr sz="1500" b="1"/>
            </a:lvl2pPr>
            <a:lvl3pPr marL="914400" indent="0">
              <a:buNone/>
              <a:defRPr sz="1500" b="1"/>
            </a:lvl3pPr>
            <a:lvl4pPr marL="1371600" indent="0">
              <a:buNone/>
              <a:defRPr sz="1500" b="1"/>
            </a:lvl4pPr>
            <a:lvl5pPr marL="1828800" indent="0">
              <a:buNone/>
              <a:defRPr sz="1500" b="1"/>
            </a:lvl5pPr>
            <a:lvl6pPr marL="2286000" indent="0">
              <a:buNone/>
              <a:defRPr sz="1500" b="1"/>
            </a:lvl6pPr>
            <a:lvl7pPr marL="2743200" indent="0">
              <a:buNone/>
              <a:defRPr sz="1500" b="1"/>
            </a:lvl7pPr>
            <a:lvl8pPr marL="3200400" indent="0">
              <a:buNone/>
              <a:defRPr sz="1500" b="1"/>
            </a:lvl8pPr>
            <a:lvl9pPr marL="3657600" indent="0">
              <a:buNone/>
              <a:defRPr sz="1500" b="1"/>
            </a:lvl9pPr>
          </a:lstStyle>
          <a:p>
            <a:pPr lvl="0"/>
            <a:r>
              <a:rPr lang="de-DE"/>
              <a:t>Untertitel (15 pt, fett, max. 1-zeilig)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de-DE"/>
              <a:t>16.04.2026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Workshop: Corporate Planning Process Optimization</a:t>
            </a:r>
            <a:endParaRPr lang="de-DE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B76AC-E5DF-427C-ABDC-2F4FBD8E4B69}" type="slidenum">
              <a:rPr lang="de-DE" smtClean="0"/>
              <a:t>‹N°›</a:t>
            </a:fld>
            <a:endParaRPr lang="de-DE"/>
          </a:p>
        </p:txBody>
      </p:sp>
      <p:sp>
        <p:nvSpPr>
          <p:cNvPr id="4" name="Chapter 1">
            <a:extLst>
              <a:ext uri="{FF2B5EF4-FFF2-40B4-BE49-F238E27FC236}">
                <a16:creationId xmlns:a16="http://schemas.microsoft.com/office/drawing/2014/main" id="{A760D8A3-0215-4116-BB60-0451B5B34D9D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60000" y="36000"/>
            <a:ext cx="3168000" cy="205200"/>
          </a:xfrm>
        </p:spPr>
        <p:txBody>
          <a:bodyPr wrap="none">
            <a:noAutofit/>
          </a:bodyPr>
          <a:lstStyle>
            <a:lvl1pPr marL="0" indent="0">
              <a:buNone/>
              <a:defRPr sz="1400" spc="8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de-DE" sz="1400"/>
              <a:t>Text 14 pt, z.B. Kapitel-Nr. &amp; -Überschrift</a:t>
            </a:r>
          </a:p>
        </p:txBody>
      </p:sp>
    </p:spTree>
    <p:extLst>
      <p:ext uri="{BB962C8B-B14F-4D97-AF65-F5344CB8AC3E}">
        <p14:creationId xmlns:p14="http://schemas.microsoft.com/office/powerpoint/2010/main" val="41915506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Header and Content Blue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Folientitel</a:t>
            </a:r>
            <a:br>
              <a:rPr lang="de-DE"/>
            </a:br>
            <a:r>
              <a:rPr lang="de-DE"/>
              <a:t>(27 pt, fett, max. 2-zeilig)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idx="1" hasCustomPrompt="1"/>
          </p:nvPr>
        </p:nvSpPr>
        <p:spPr>
          <a:xfrm>
            <a:off x="360000" y="1458000"/>
            <a:ext cx="8496000" cy="320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Text(15pt) eingeben oder Inhalt durch Symbol in der Mitte bestimmen (Bilder: Bitte folgenden Sie der Verknüpfung in Ihrem Bilderverzeichnis, nutzen Sie nur lizenzierte Bilder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Heading 1"/>
          <p:cNvSpPr>
            <a:spLocks noGrp="1"/>
          </p:cNvSpPr>
          <p:nvPr>
            <p:ph type="body" idx="13" hasCustomPrompt="1"/>
          </p:nvPr>
        </p:nvSpPr>
        <p:spPr>
          <a:xfrm>
            <a:off x="360000" y="1134000"/>
            <a:ext cx="8496000" cy="252000"/>
          </a:xfrm>
        </p:spPr>
        <p:txBody>
          <a:bodyPr wrap="none" anchor="b"/>
          <a:lstStyle>
            <a:lvl1pPr marL="0" indent="0">
              <a:lnSpc>
                <a:spcPct val="100000"/>
              </a:lnSpc>
              <a:buNone/>
              <a:defRPr sz="15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1500" b="1"/>
            </a:lvl2pPr>
            <a:lvl3pPr marL="914400" indent="0">
              <a:buNone/>
              <a:defRPr sz="1500" b="1"/>
            </a:lvl3pPr>
            <a:lvl4pPr marL="1371600" indent="0">
              <a:buNone/>
              <a:defRPr sz="1500" b="1"/>
            </a:lvl4pPr>
            <a:lvl5pPr marL="1828800" indent="0">
              <a:buNone/>
              <a:defRPr sz="1500" b="1"/>
            </a:lvl5pPr>
            <a:lvl6pPr marL="2286000" indent="0">
              <a:buNone/>
              <a:defRPr sz="1500" b="1"/>
            </a:lvl6pPr>
            <a:lvl7pPr marL="2743200" indent="0">
              <a:buNone/>
              <a:defRPr sz="1500" b="1"/>
            </a:lvl7pPr>
            <a:lvl8pPr marL="3200400" indent="0">
              <a:buNone/>
              <a:defRPr sz="1500" b="1"/>
            </a:lvl8pPr>
            <a:lvl9pPr marL="3657600" indent="0">
              <a:buNone/>
              <a:defRPr sz="1500" b="1"/>
            </a:lvl9pPr>
          </a:lstStyle>
          <a:p>
            <a:pPr lvl="0"/>
            <a:r>
              <a:rPr lang="de-DE"/>
              <a:t>Untertitel (15 pt, fett, max. 1-zeilig)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de-DE"/>
              <a:t>16.04.2026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Workshop: Corporate Planning Process Optimization</a:t>
            </a:r>
            <a:endParaRPr lang="de-DE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7CB76AC-E5DF-427C-ABDC-2F4FBD8E4B69}" type="slidenum">
              <a:rPr lang="de-DE" smtClean="0"/>
              <a:pPr/>
              <a:t>‹N°›</a:t>
            </a:fld>
            <a:endParaRPr lang="de-DE"/>
          </a:p>
        </p:txBody>
      </p:sp>
      <p:sp>
        <p:nvSpPr>
          <p:cNvPr id="4" name="Chapter 1">
            <a:extLst>
              <a:ext uri="{FF2B5EF4-FFF2-40B4-BE49-F238E27FC236}">
                <a16:creationId xmlns:a16="http://schemas.microsoft.com/office/drawing/2014/main" id="{A760D8A3-0215-4116-BB60-0451B5B34D9D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60000" y="36000"/>
            <a:ext cx="3168000" cy="205200"/>
          </a:xfrm>
        </p:spPr>
        <p:txBody>
          <a:bodyPr wrap="none">
            <a:noAutofit/>
          </a:bodyPr>
          <a:lstStyle>
            <a:lvl1pPr marL="0" indent="0">
              <a:buNone/>
              <a:defRPr sz="1400" spc="8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de-DE" sz="1400"/>
              <a:t>Text 14 pt, z.B. Kapitel-Nr. &amp; -Überschrift</a:t>
            </a:r>
          </a:p>
        </p:txBody>
      </p:sp>
    </p:spTree>
    <p:extLst>
      <p:ext uri="{BB962C8B-B14F-4D97-AF65-F5344CB8AC3E}">
        <p14:creationId xmlns:p14="http://schemas.microsoft.com/office/powerpoint/2010/main" val="35314140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Folientitel</a:t>
            </a:r>
            <a:br>
              <a:rPr lang="de-DE"/>
            </a:br>
            <a:r>
              <a:rPr lang="de-DE"/>
              <a:t>(27 pt, fett, max. 2-zeilig)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idx="1" hasCustomPrompt="1"/>
          </p:nvPr>
        </p:nvSpPr>
        <p:spPr>
          <a:xfrm>
            <a:off x="360000" y="1134000"/>
            <a:ext cx="4176000" cy="3528000"/>
          </a:xfrm>
        </p:spPr>
        <p:txBody>
          <a:bodyPr vert="horz" lIns="0" tIns="0" rIns="0" bIns="0" rtlCol="0">
            <a:noAutofit/>
          </a:bodyPr>
          <a:lstStyle>
            <a:lvl1pPr>
              <a:defRPr/>
            </a:lvl1pPr>
          </a:lstStyle>
          <a:p>
            <a:pPr lvl="0"/>
            <a:r>
              <a:rPr lang="de-DE"/>
              <a:t>Text (15pt) eingeben oder Inhalt durch Symbol in der Mitte bestimmen (Bilder: Bitte folgenden Sie der Verknüpfung in Ihrem Bilderverzeichnis, nutzen Sie nur lizenzierte Bilder)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4680000" y="1134000"/>
            <a:ext cx="4176000" cy="3528000"/>
          </a:xfrm>
        </p:spPr>
        <p:txBody>
          <a:bodyPr/>
          <a:lstStyle/>
          <a:p>
            <a:pPr lvl="0"/>
            <a:r>
              <a:rPr lang="de-DE"/>
              <a:t>Text (15pt) eingeben oder Inhalt durch Symbol in der Mitte bestimmen (Bilder: Bitte folgenden Sie der Verknüpfung in Ihrem Bilderverzeichnis, nutzen Sie nur lizenzierte Bilder)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de-DE"/>
              <a:t>16.04.2026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Workshop: Corporate Planning Process Optimization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B76AC-E5DF-427C-ABDC-2F4FBD8E4B69}" type="slidenum">
              <a:rPr lang="de-DE" smtClean="0"/>
              <a:t>‹N°›</a:t>
            </a:fld>
            <a:endParaRPr lang="de-DE"/>
          </a:p>
        </p:txBody>
      </p:sp>
      <p:sp>
        <p:nvSpPr>
          <p:cNvPr id="8" name="Chapter 1">
            <a:extLst>
              <a:ext uri="{FF2B5EF4-FFF2-40B4-BE49-F238E27FC236}">
                <a16:creationId xmlns:a16="http://schemas.microsoft.com/office/drawing/2014/main" id="{AC160EE7-24D9-4485-B893-D0D916F8F397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60000" y="36000"/>
            <a:ext cx="3168000" cy="205200"/>
          </a:xfrm>
        </p:spPr>
        <p:txBody>
          <a:bodyPr wrap="none">
            <a:noAutofit/>
          </a:bodyPr>
          <a:lstStyle>
            <a:lvl1pPr marL="0" indent="0">
              <a:buNone/>
              <a:defRPr sz="1400" spc="8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de-DE" sz="1400"/>
              <a:t>Text 14 pt, z.B. Kapitel-Nr. &amp; -Überschrift</a:t>
            </a:r>
          </a:p>
        </p:txBody>
      </p:sp>
    </p:spTree>
    <p:extLst>
      <p:ext uri="{BB962C8B-B14F-4D97-AF65-F5344CB8AC3E}">
        <p14:creationId xmlns:p14="http://schemas.microsoft.com/office/powerpoint/2010/main" val="25970417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 Blue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Folientitel</a:t>
            </a:r>
            <a:br>
              <a:rPr lang="de-DE"/>
            </a:br>
            <a:r>
              <a:rPr lang="de-DE"/>
              <a:t>(27 pt, fett, max. 2-zeilig)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idx="1" hasCustomPrompt="1"/>
          </p:nvPr>
        </p:nvSpPr>
        <p:spPr>
          <a:xfrm>
            <a:off x="360000" y="1134000"/>
            <a:ext cx="4176000" cy="3528000"/>
          </a:xfrm>
        </p:spPr>
        <p:txBody>
          <a:bodyPr vert="horz" lIns="0" tIns="0" rIns="0" bIns="0" rtlCol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 (15pt) eingeben oder Inhalt durch Symbol in der Mitte bestimmen (Bilder: Bitte folgenden Sie der Verknüpfung in Ihrem Bilderverzeichnis, nutzen Sie nur lizenzierte Bilder)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Evene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4680000" y="1134000"/>
            <a:ext cx="4176000" cy="352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 (15pt) eingeben oder Inhalt durch Symbol in der Mitte bestimmen (Bilder: Bitte folgenden Sie der Verknüpfung in Ihrem Bilderverzeichnis, nutzen Sie nur lizenzierte Bilder)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Evene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de-DE"/>
              <a:t>16.04.2026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Workshop: Corporate Planning Process Optimization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7CB76AC-E5DF-427C-ABDC-2F4FBD8E4B69}" type="slidenum">
              <a:rPr lang="de-DE" smtClean="0"/>
              <a:pPr/>
              <a:t>‹N°›</a:t>
            </a:fld>
            <a:endParaRPr lang="de-DE"/>
          </a:p>
        </p:txBody>
      </p:sp>
      <p:sp>
        <p:nvSpPr>
          <p:cNvPr id="8" name="Chapter 1">
            <a:extLst>
              <a:ext uri="{FF2B5EF4-FFF2-40B4-BE49-F238E27FC236}">
                <a16:creationId xmlns:a16="http://schemas.microsoft.com/office/drawing/2014/main" id="{AC160EE7-24D9-4485-B893-D0D916F8F397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60000" y="36000"/>
            <a:ext cx="3168000" cy="205200"/>
          </a:xfrm>
        </p:spPr>
        <p:txBody>
          <a:bodyPr wrap="none">
            <a:noAutofit/>
          </a:bodyPr>
          <a:lstStyle>
            <a:lvl1pPr marL="0" indent="0">
              <a:buNone/>
              <a:defRPr sz="1400" spc="8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de-DE" sz="1400"/>
              <a:t>Text 14 pt, z.B. Kapitel-Nr. &amp; -Überschrift</a:t>
            </a:r>
          </a:p>
        </p:txBody>
      </p:sp>
    </p:spTree>
    <p:extLst>
      <p:ext uri="{BB962C8B-B14F-4D97-AF65-F5344CB8AC3E}">
        <p14:creationId xmlns:p14="http://schemas.microsoft.com/office/powerpoint/2010/main" val="1855268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Folientitel</a:t>
            </a:r>
            <a:br>
              <a:rPr lang="de-DE"/>
            </a:br>
            <a:r>
              <a:rPr lang="de-DE"/>
              <a:t>(27 pt, fett, max. 2-zeilig)</a:t>
            </a:r>
          </a:p>
        </p:txBody>
      </p:sp>
      <p:sp>
        <p:nvSpPr>
          <p:cNvPr id="14" name="Heading 1"/>
          <p:cNvSpPr>
            <a:spLocks noGrp="1"/>
          </p:cNvSpPr>
          <p:nvPr>
            <p:ph type="body" idx="13" hasCustomPrompt="1"/>
          </p:nvPr>
        </p:nvSpPr>
        <p:spPr>
          <a:xfrm>
            <a:off x="360000" y="1134000"/>
            <a:ext cx="4176000" cy="48286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b="1" baseline="0"/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  <a:lvl6pPr marL="2286000" indent="0">
              <a:buNone/>
              <a:defRPr b="1"/>
            </a:lvl6pPr>
            <a:lvl7pPr marL="2743200" indent="0">
              <a:buNone/>
              <a:defRPr b="1"/>
            </a:lvl7pPr>
            <a:lvl8pPr marL="3200400" indent="0">
              <a:buNone/>
              <a:defRPr b="1"/>
            </a:lvl8pPr>
            <a:lvl9pPr marL="3657600" indent="0">
              <a:buNone/>
              <a:defRPr b="1"/>
            </a:lvl9pPr>
          </a:lstStyle>
          <a:p>
            <a:pPr lvl="0"/>
            <a:r>
              <a:rPr lang="de-DE"/>
              <a:t>Überschrift</a:t>
            </a:r>
            <a:br>
              <a:rPr lang="de-DE"/>
            </a:br>
            <a:r>
              <a:rPr lang="de-DE"/>
              <a:t>(15 pt, fett, max. 2-zeilig)</a:t>
            </a:r>
          </a:p>
        </p:txBody>
      </p:sp>
      <p:sp>
        <p:nvSpPr>
          <p:cNvPr id="15" name="Heading 2"/>
          <p:cNvSpPr>
            <a:spLocks noGrp="1"/>
          </p:cNvSpPr>
          <p:nvPr>
            <p:ph type="body" idx="14" hasCustomPrompt="1"/>
          </p:nvPr>
        </p:nvSpPr>
        <p:spPr>
          <a:xfrm>
            <a:off x="4680000" y="1134000"/>
            <a:ext cx="4176000" cy="482869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b="1"/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  <a:lvl6pPr marL="2286000" indent="0">
              <a:buNone/>
              <a:defRPr b="1"/>
            </a:lvl6pPr>
            <a:lvl7pPr marL="2743200" indent="0">
              <a:buNone/>
              <a:defRPr b="1"/>
            </a:lvl7pPr>
            <a:lvl8pPr marL="3200400" indent="0">
              <a:buNone/>
              <a:defRPr b="1"/>
            </a:lvl8pPr>
            <a:lvl9pPr marL="3657600" indent="0">
              <a:buNone/>
              <a:defRPr b="1"/>
            </a:lvl9pPr>
          </a:lstStyle>
          <a:p>
            <a:pPr lvl="0"/>
            <a:r>
              <a:rPr lang="de-DE"/>
              <a:t>Untertitel</a:t>
            </a:r>
            <a:br>
              <a:rPr lang="de-DE"/>
            </a:br>
            <a:r>
              <a:rPr lang="de-DE"/>
              <a:t>(15 pt, fett, max. 2-zeilig)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360000" y="1674000"/>
            <a:ext cx="4176000" cy="2988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Text (15pt) eingeben oder Inhalt durch Symbol in der Mitte bestimmen (Bilder: Bitte folgenden Sie der Verknüpfung in Ihrem Bilderverzeichnis, nutzen Sie nur lizenzierte Bilder)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4680000" y="1674000"/>
            <a:ext cx="4176000" cy="2988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Text (15pt) eingeben oder Inhalt durch Symbol in der Mitte bestimmen (Bilder: Bitte folgenden Sie der Verknüpfung in Ihrem Bilderverzeichnis, nutzen Sie nur lizenzierte Bilder)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de-DE"/>
              <a:t>16.04.2026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Workshop: Corporate Planning Process Optimization</a:t>
            </a:r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B76AC-E5DF-427C-ABDC-2F4FBD8E4B69}" type="slidenum">
              <a:rPr lang="de-DE" smtClean="0"/>
              <a:t>‹N°›</a:t>
            </a:fld>
            <a:endParaRPr lang="de-DE"/>
          </a:p>
        </p:txBody>
      </p:sp>
      <p:sp>
        <p:nvSpPr>
          <p:cNvPr id="3" name="Chapter 1">
            <a:extLst>
              <a:ext uri="{FF2B5EF4-FFF2-40B4-BE49-F238E27FC236}">
                <a16:creationId xmlns:a16="http://schemas.microsoft.com/office/drawing/2014/main" id="{7A8601F4-43DA-44CE-8F0C-9268468ED02C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60000" y="36000"/>
            <a:ext cx="3168000" cy="205200"/>
          </a:xfrm>
        </p:spPr>
        <p:txBody>
          <a:bodyPr wrap="none">
            <a:noAutofit/>
          </a:bodyPr>
          <a:lstStyle>
            <a:lvl1pPr marL="0" indent="0">
              <a:buNone/>
              <a:defRPr sz="1400" spc="8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de-DE" sz="1400"/>
              <a:t>Text 14 pt, z.B. Kapitel-Nr. &amp; -Überschrift</a:t>
            </a:r>
          </a:p>
        </p:txBody>
      </p:sp>
    </p:spTree>
    <p:extLst>
      <p:ext uri="{BB962C8B-B14F-4D97-AF65-F5344CB8AC3E}">
        <p14:creationId xmlns:p14="http://schemas.microsoft.com/office/powerpoint/2010/main" val="11628172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Blue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Folientitel</a:t>
            </a:r>
            <a:br>
              <a:rPr lang="de-DE"/>
            </a:br>
            <a:r>
              <a:rPr lang="de-DE"/>
              <a:t>(27 pt, fett, max. 2-zeilig)</a:t>
            </a:r>
          </a:p>
        </p:txBody>
      </p:sp>
      <p:sp>
        <p:nvSpPr>
          <p:cNvPr id="14" name="Heading 1"/>
          <p:cNvSpPr>
            <a:spLocks noGrp="1"/>
          </p:cNvSpPr>
          <p:nvPr>
            <p:ph type="body" idx="13" hasCustomPrompt="1"/>
          </p:nvPr>
        </p:nvSpPr>
        <p:spPr>
          <a:xfrm>
            <a:off x="360000" y="1134000"/>
            <a:ext cx="4176000" cy="48286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b="1" baseline="0">
                <a:solidFill>
                  <a:schemeClr val="bg1"/>
                </a:solidFill>
              </a:defRPr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indent="0">
              <a:buNone/>
              <a:defRPr b="1"/>
            </a:lvl4pPr>
            <a:lvl5pPr marL="1828800" indent="0">
              <a:buNone/>
              <a:defRPr b="1"/>
            </a:lvl5pPr>
            <a:lvl6pPr marL="2286000" indent="0">
              <a:buNone/>
              <a:defRPr b="1"/>
            </a:lvl6pPr>
            <a:lvl7pPr marL="2743200" indent="0">
              <a:buNone/>
              <a:defRPr b="1"/>
            </a:lvl7pPr>
            <a:lvl8pPr marL="3200400" indent="0">
              <a:buNone/>
              <a:defRPr b="1"/>
            </a:lvl8pPr>
            <a:lvl9pPr marL="3657600" indent="0">
              <a:buNone/>
              <a:defRPr b="1"/>
            </a:lvl9pPr>
          </a:lstStyle>
          <a:p>
            <a:pPr lvl="0"/>
            <a:r>
              <a:rPr lang="de-DE"/>
              <a:t>Überschrift</a:t>
            </a:r>
            <a:br>
              <a:rPr lang="de-DE"/>
            </a:br>
            <a:r>
              <a:rPr lang="de-DE"/>
              <a:t>(15 pt, fett, max. 2-zeilig)</a:t>
            </a:r>
          </a:p>
        </p:txBody>
      </p:sp>
      <p:sp>
        <p:nvSpPr>
          <p:cNvPr id="15" name="Heading 2"/>
          <p:cNvSpPr>
            <a:spLocks noGrp="1"/>
          </p:cNvSpPr>
          <p:nvPr>
            <p:ph type="body" idx="14" hasCustomPrompt="1"/>
          </p:nvPr>
        </p:nvSpPr>
        <p:spPr>
          <a:xfrm>
            <a:off x="4680000" y="1134000"/>
            <a:ext cx="4176000" cy="482869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  <a:lvl6pPr marL="2286000" indent="0">
              <a:buNone/>
              <a:defRPr b="1"/>
            </a:lvl6pPr>
            <a:lvl7pPr marL="2743200" indent="0">
              <a:buNone/>
              <a:defRPr b="1"/>
            </a:lvl7pPr>
            <a:lvl8pPr marL="3200400" indent="0">
              <a:buNone/>
              <a:defRPr b="1"/>
            </a:lvl8pPr>
            <a:lvl9pPr marL="3657600" indent="0">
              <a:buNone/>
              <a:defRPr b="1"/>
            </a:lvl9pPr>
          </a:lstStyle>
          <a:p>
            <a:pPr lvl="0"/>
            <a:r>
              <a:rPr lang="de-DE"/>
              <a:t>Überschrift</a:t>
            </a:r>
            <a:br>
              <a:rPr lang="de-DE"/>
            </a:br>
            <a:r>
              <a:rPr lang="de-DE"/>
              <a:t>(15 pt, fett, max. 2-zeilig)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360000" y="1674000"/>
            <a:ext cx="4176000" cy="298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 (15pt) eingeben oder Inhalt durch Symbol in der Mitte bestimmen (Bilder: Bitte folgenden Sie der Verknüpfung in Ihrem Bilderverzeichnis, nutzen Sie nur lizenzierte Bilder)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4680000" y="1674000"/>
            <a:ext cx="4176000" cy="298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 (15pt) eingeben oder Inhalt durch Symbol in der Mitte bestimmen (Bilder: Bitte folgenden Sie der Verknüpfung in Ihrem Bilderverzeichnis, nutzen Sie nur lizenzierte Bilder)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de-DE"/>
              <a:t>16.04.2026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Workshop: Corporate Planning Process Optimization</a:t>
            </a:r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7CB76AC-E5DF-427C-ABDC-2F4FBD8E4B69}" type="slidenum">
              <a:rPr lang="de-DE" smtClean="0"/>
              <a:pPr/>
              <a:t>‹N°›</a:t>
            </a:fld>
            <a:endParaRPr lang="de-DE"/>
          </a:p>
        </p:txBody>
      </p:sp>
      <p:sp>
        <p:nvSpPr>
          <p:cNvPr id="3" name="Chapter 1">
            <a:extLst>
              <a:ext uri="{FF2B5EF4-FFF2-40B4-BE49-F238E27FC236}">
                <a16:creationId xmlns:a16="http://schemas.microsoft.com/office/drawing/2014/main" id="{7A8601F4-43DA-44CE-8F0C-9268468ED02C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60000" y="36000"/>
            <a:ext cx="3168000" cy="205200"/>
          </a:xfrm>
        </p:spPr>
        <p:txBody>
          <a:bodyPr wrap="none">
            <a:noAutofit/>
          </a:bodyPr>
          <a:lstStyle>
            <a:lvl1pPr marL="0" indent="0">
              <a:buNone/>
              <a:defRPr sz="1400" spc="8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de-DE" sz="1400"/>
              <a:t>Text 14 pt, z.B. Kapitel-Nr. &amp; -Überschrift</a:t>
            </a:r>
          </a:p>
        </p:txBody>
      </p:sp>
    </p:spTree>
    <p:extLst>
      <p:ext uri="{BB962C8B-B14F-4D97-AF65-F5344CB8AC3E}">
        <p14:creationId xmlns:p14="http://schemas.microsoft.com/office/powerpoint/2010/main" val="15809552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up of 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Folientitel</a:t>
            </a:r>
            <a:br>
              <a:rPr lang="de-DE"/>
            </a:br>
            <a:r>
              <a:rPr lang="de-DE"/>
              <a:t>(27 pt, fett, max. 2-zeilig)</a:t>
            </a:r>
          </a:p>
        </p:txBody>
      </p:sp>
      <p:sp>
        <p:nvSpPr>
          <p:cNvPr id="14" name="Heading 1"/>
          <p:cNvSpPr>
            <a:spLocks noGrp="1"/>
          </p:cNvSpPr>
          <p:nvPr>
            <p:ph type="body" idx="13" hasCustomPrompt="1"/>
          </p:nvPr>
        </p:nvSpPr>
        <p:spPr>
          <a:xfrm>
            <a:off x="360000" y="1134000"/>
            <a:ext cx="2736000" cy="482869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b="1" baseline="0"/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  <a:lvl6pPr marL="2286000" indent="0">
              <a:buNone/>
              <a:defRPr b="1"/>
            </a:lvl6pPr>
            <a:lvl7pPr marL="2743200" indent="0">
              <a:buNone/>
              <a:defRPr b="1"/>
            </a:lvl7pPr>
            <a:lvl8pPr marL="3200400" indent="0">
              <a:buNone/>
              <a:defRPr b="1"/>
            </a:lvl8pPr>
            <a:lvl9pPr marL="3657600" indent="0">
              <a:buNone/>
              <a:defRPr b="1"/>
            </a:lvl9pPr>
          </a:lstStyle>
          <a:p>
            <a:pPr lvl="0"/>
            <a:r>
              <a:rPr lang="de-DE"/>
              <a:t>Überschrift</a:t>
            </a:r>
            <a:br>
              <a:rPr lang="de-DE"/>
            </a:br>
            <a:r>
              <a:rPr lang="de-DE"/>
              <a:t>(15 pt, fett, max. 2-zeilig)</a:t>
            </a:r>
          </a:p>
        </p:txBody>
      </p:sp>
      <p:sp>
        <p:nvSpPr>
          <p:cNvPr id="15" name="Heading  2"/>
          <p:cNvSpPr>
            <a:spLocks noGrp="1"/>
          </p:cNvSpPr>
          <p:nvPr>
            <p:ph type="body" idx="14" hasCustomPrompt="1"/>
          </p:nvPr>
        </p:nvSpPr>
        <p:spPr>
          <a:xfrm>
            <a:off x="3240000" y="1134000"/>
            <a:ext cx="2736000" cy="482869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b="1"/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  <a:lvl6pPr marL="2286000" indent="0">
              <a:buNone/>
              <a:defRPr b="1"/>
            </a:lvl6pPr>
            <a:lvl7pPr marL="2743200" indent="0">
              <a:buNone/>
              <a:defRPr b="1"/>
            </a:lvl7pPr>
            <a:lvl8pPr marL="3200400" indent="0">
              <a:buNone/>
              <a:defRPr b="1"/>
            </a:lvl8pPr>
            <a:lvl9pPr marL="3657600" indent="0">
              <a:buNone/>
              <a:defRPr b="1"/>
            </a:lvl9pPr>
          </a:lstStyle>
          <a:p>
            <a:pPr lvl="0"/>
            <a:r>
              <a:rPr lang="de-DE"/>
              <a:t>Überschrift</a:t>
            </a:r>
            <a:br>
              <a:rPr lang="de-DE"/>
            </a:br>
            <a:r>
              <a:rPr lang="de-DE"/>
              <a:t>(15 pt, fett, max. 2-zeilig)</a:t>
            </a:r>
          </a:p>
        </p:txBody>
      </p:sp>
      <p:sp>
        <p:nvSpPr>
          <p:cNvPr id="11" name="Heading  3"/>
          <p:cNvSpPr>
            <a:spLocks noGrp="1"/>
          </p:cNvSpPr>
          <p:nvPr>
            <p:ph type="body" idx="15" hasCustomPrompt="1"/>
          </p:nvPr>
        </p:nvSpPr>
        <p:spPr>
          <a:xfrm>
            <a:off x="6120000" y="1134000"/>
            <a:ext cx="2736000" cy="482869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b="1"/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  <a:lvl6pPr marL="2286000" indent="0">
              <a:buNone/>
              <a:defRPr b="1"/>
            </a:lvl6pPr>
            <a:lvl7pPr marL="2743200" indent="0">
              <a:buNone/>
              <a:defRPr b="1"/>
            </a:lvl7pPr>
            <a:lvl8pPr marL="3200400" indent="0">
              <a:buNone/>
              <a:defRPr b="1"/>
            </a:lvl8pPr>
            <a:lvl9pPr marL="3657600" indent="0">
              <a:buNone/>
              <a:defRPr b="1"/>
            </a:lvl9pPr>
          </a:lstStyle>
          <a:p>
            <a:pPr lvl="0"/>
            <a:r>
              <a:rPr lang="de-DE"/>
              <a:t>Überschrift</a:t>
            </a:r>
            <a:br>
              <a:rPr lang="de-DE"/>
            </a:br>
            <a:r>
              <a:rPr lang="de-DE"/>
              <a:t>(15 pt, fett, max. 2-zeilig)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360000" y="1674000"/>
            <a:ext cx="2736000" cy="2988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Text eingeben oder Inhalt durch Symbol in der Mitte bestimmen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3240000" y="1674000"/>
            <a:ext cx="2736000" cy="2988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Text eingeben oder Inhalt durch Symbol in der Mitte bestimmen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95F76C60-A3A8-45E7-A060-940E0F2914BB}"/>
              </a:ext>
            </a:extLst>
          </p:cNvPr>
          <p:cNvSpPr>
            <a:spLocks noGrp="1"/>
          </p:cNvSpPr>
          <p:nvPr>
            <p:ph sz="half" idx="3" hasCustomPrompt="1"/>
          </p:nvPr>
        </p:nvSpPr>
        <p:spPr>
          <a:xfrm>
            <a:off x="6120000" y="1674000"/>
            <a:ext cx="2736000" cy="2988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Text eingeben oder Inhalt durch Symbol in der Mitte bestimmen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de-DE"/>
              <a:t>16.04.2026</a:t>
            </a:r>
          </a:p>
        </p:txBody>
      </p:sp>
      <p:sp>
        <p:nvSpPr>
          <p:cNvPr id="8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Workshop: Corporate Planning Process Optimization</a:t>
            </a:r>
            <a:endParaRPr lang="de-DE"/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B76AC-E5DF-427C-ABDC-2F4FBD8E4B69}" type="slidenum">
              <a:rPr lang="de-DE" smtClean="0"/>
              <a:t>‹N°›</a:t>
            </a:fld>
            <a:endParaRPr lang="de-DE"/>
          </a:p>
        </p:txBody>
      </p:sp>
      <p:sp>
        <p:nvSpPr>
          <p:cNvPr id="3" name="Chapter 1">
            <a:extLst>
              <a:ext uri="{FF2B5EF4-FFF2-40B4-BE49-F238E27FC236}">
                <a16:creationId xmlns:a16="http://schemas.microsoft.com/office/drawing/2014/main" id="{7A8601F4-43DA-44CE-8F0C-9268468ED02C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60000" y="36000"/>
            <a:ext cx="3168000" cy="205200"/>
          </a:xfrm>
        </p:spPr>
        <p:txBody>
          <a:bodyPr wrap="none">
            <a:noAutofit/>
          </a:bodyPr>
          <a:lstStyle>
            <a:lvl1pPr marL="0" indent="0">
              <a:buNone/>
              <a:defRPr sz="1400" spc="8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de-DE" sz="1400"/>
              <a:t>Text 14 pt, z.B. Kapitel-Nr. &amp; -Überschrift</a:t>
            </a:r>
          </a:p>
        </p:txBody>
      </p:sp>
    </p:spTree>
    <p:extLst>
      <p:ext uri="{BB962C8B-B14F-4D97-AF65-F5344CB8AC3E}">
        <p14:creationId xmlns:p14="http://schemas.microsoft.com/office/powerpoint/2010/main" val="9344608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up of Three Blue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Folientitel</a:t>
            </a:r>
            <a:br>
              <a:rPr lang="de-DE"/>
            </a:br>
            <a:r>
              <a:rPr lang="de-DE"/>
              <a:t>(27 pt, fett, max. 2-zeilig)</a:t>
            </a:r>
          </a:p>
        </p:txBody>
      </p:sp>
      <p:sp>
        <p:nvSpPr>
          <p:cNvPr id="14" name="Heading 1"/>
          <p:cNvSpPr>
            <a:spLocks noGrp="1"/>
          </p:cNvSpPr>
          <p:nvPr>
            <p:ph type="body" idx="13" hasCustomPrompt="1"/>
          </p:nvPr>
        </p:nvSpPr>
        <p:spPr>
          <a:xfrm>
            <a:off x="360000" y="1134000"/>
            <a:ext cx="2736000" cy="482869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b="1" baseline="0">
                <a:solidFill>
                  <a:schemeClr val="bg1"/>
                </a:solidFill>
              </a:defRPr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  <a:lvl6pPr marL="2286000" indent="0">
              <a:buNone/>
              <a:defRPr b="1"/>
            </a:lvl6pPr>
            <a:lvl7pPr marL="2743200" indent="0">
              <a:buNone/>
              <a:defRPr b="1"/>
            </a:lvl7pPr>
            <a:lvl8pPr marL="3200400" indent="0">
              <a:buNone/>
              <a:defRPr b="1"/>
            </a:lvl8pPr>
            <a:lvl9pPr marL="3657600" indent="0">
              <a:buNone/>
              <a:defRPr b="1"/>
            </a:lvl9pPr>
          </a:lstStyle>
          <a:p>
            <a:pPr lvl="0"/>
            <a:r>
              <a:rPr lang="de-DE"/>
              <a:t>Überschrift</a:t>
            </a:r>
            <a:br>
              <a:rPr lang="de-DE"/>
            </a:br>
            <a:r>
              <a:rPr lang="de-DE"/>
              <a:t>(15 pt, fett, max. 2-zeilig)</a:t>
            </a:r>
          </a:p>
        </p:txBody>
      </p:sp>
      <p:sp>
        <p:nvSpPr>
          <p:cNvPr id="15" name="Heading  2"/>
          <p:cNvSpPr>
            <a:spLocks noGrp="1"/>
          </p:cNvSpPr>
          <p:nvPr>
            <p:ph type="body" idx="14" hasCustomPrompt="1"/>
          </p:nvPr>
        </p:nvSpPr>
        <p:spPr>
          <a:xfrm>
            <a:off x="3240000" y="1134000"/>
            <a:ext cx="2736000" cy="482869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  <a:lvl6pPr marL="2286000" indent="0">
              <a:buNone/>
              <a:defRPr b="1"/>
            </a:lvl6pPr>
            <a:lvl7pPr marL="2743200" indent="0">
              <a:buNone/>
              <a:defRPr b="1"/>
            </a:lvl7pPr>
            <a:lvl8pPr marL="3200400" indent="0">
              <a:buNone/>
              <a:defRPr b="1"/>
            </a:lvl8pPr>
            <a:lvl9pPr marL="3657600" indent="0">
              <a:buNone/>
              <a:defRPr b="1"/>
            </a:lvl9pPr>
          </a:lstStyle>
          <a:p>
            <a:pPr lvl="0"/>
            <a:r>
              <a:rPr lang="de-DE"/>
              <a:t>Überschrift</a:t>
            </a:r>
            <a:br>
              <a:rPr lang="de-DE"/>
            </a:br>
            <a:r>
              <a:rPr lang="de-DE"/>
              <a:t>(15 pt, fett, max. 2-zeilig)</a:t>
            </a:r>
          </a:p>
        </p:txBody>
      </p:sp>
      <p:sp>
        <p:nvSpPr>
          <p:cNvPr id="11" name="Heading  3"/>
          <p:cNvSpPr>
            <a:spLocks noGrp="1"/>
          </p:cNvSpPr>
          <p:nvPr>
            <p:ph type="body" idx="15" hasCustomPrompt="1"/>
          </p:nvPr>
        </p:nvSpPr>
        <p:spPr>
          <a:xfrm>
            <a:off x="6120000" y="1134000"/>
            <a:ext cx="2736000" cy="482869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  <a:lvl6pPr marL="2286000" indent="0">
              <a:buNone/>
              <a:defRPr b="1"/>
            </a:lvl6pPr>
            <a:lvl7pPr marL="2743200" indent="0">
              <a:buNone/>
              <a:defRPr b="1"/>
            </a:lvl7pPr>
            <a:lvl8pPr marL="3200400" indent="0">
              <a:buNone/>
              <a:defRPr b="1"/>
            </a:lvl8pPr>
            <a:lvl9pPr marL="3657600" indent="0">
              <a:buNone/>
              <a:defRPr b="1"/>
            </a:lvl9pPr>
          </a:lstStyle>
          <a:p>
            <a:pPr lvl="0"/>
            <a:r>
              <a:rPr lang="de-DE"/>
              <a:t>Überschrift</a:t>
            </a:r>
            <a:br>
              <a:rPr lang="de-DE"/>
            </a:br>
            <a:r>
              <a:rPr lang="de-DE"/>
              <a:t>(15 pt, fett, max. 2-zeilig)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360000" y="1674000"/>
            <a:ext cx="2736000" cy="2988000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Text eingeben oder Inhalt durch Symbol in der Mitte bestimmen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3240000" y="1674000"/>
            <a:ext cx="2736000" cy="2988000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Text eingeben oder Inhalt durch Symbol in der Mitte bestimmen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95F76C60-A3A8-45E7-A060-940E0F2914BB}"/>
              </a:ext>
            </a:extLst>
          </p:cNvPr>
          <p:cNvSpPr>
            <a:spLocks noGrp="1"/>
          </p:cNvSpPr>
          <p:nvPr>
            <p:ph sz="half" idx="3" hasCustomPrompt="1"/>
          </p:nvPr>
        </p:nvSpPr>
        <p:spPr>
          <a:xfrm>
            <a:off x="6120000" y="1674000"/>
            <a:ext cx="2736000" cy="2988000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Text eingeben oder Inhalt durch Symbol in der Mitte bestimmen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de-DE"/>
              <a:t>16.04.2026</a:t>
            </a:r>
          </a:p>
        </p:txBody>
      </p:sp>
      <p:sp>
        <p:nvSpPr>
          <p:cNvPr id="8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Workshop: Corporate Planning Process Optimization</a:t>
            </a:r>
            <a:endParaRPr lang="de-DE"/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7CB76AC-E5DF-427C-ABDC-2F4FBD8E4B69}" type="slidenum">
              <a:rPr lang="de-DE" smtClean="0"/>
              <a:pPr/>
              <a:t>‹N°›</a:t>
            </a:fld>
            <a:endParaRPr lang="de-DE"/>
          </a:p>
        </p:txBody>
      </p:sp>
      <p:sp>
        <p:nvSpPr>
          <p:cNvPr id="3" name="Chapter 1">
            <a:extLst>
              <a:ext uri="{FF2B5EF4-FFF2-40B4-BE49-F238E27FC236}">
                <a16:creationId xmlns:a16="http://schemas.microsoft.com/office/drawing/2014/main" id="{7A8601F4-43DA-44CE-8F0C-9268468ED02C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60000" y="36000"/>
            <a:ext cx="3168000" cy="205200"/>
          </a:xfrm>
        </p:spPr>
        <p:txBody>
          <a:bodyPr wrap="none">
            <a:noAutofit/>
          </a:bodyPr>
          <a:lstStyle>
            <a:lvl1pPr marL="0" indent="0">
              <a:buNone/>
              <a:defRPr sz="1400" spc="8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de-DE" sz="1400"/>
              <a:t>Text 14 pt, z.B. Kapitel-Nr. &amp; -Überschrift</a:t>
            </a:r>
          </a:p>
        </p:txBody>
      </p:sp>
    </p:spTree>
    <p:extLst>
      <p:ext uri="{BB962C8B-B14F-4D97-AF65-F5344CB8AC3E}">
        <p14:creationId xmlns:p14="http://schemas.microsoft.com/office/powerpoint/2010/main" val="10934106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Folientitel</a:t>
            </a:r>
            <a:br>
              <a:rPr lang="de-DE"/>
            </a:br>
            <a:r>
              <a:rPr lang="de-DE"/>
              <a:t>(27 pt, fett, max. 2-zeilig)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de-DE"/>
              <a:t>16.04.2026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Workshop: Corporate Planning Process Optimization</a:t>
            </a:r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086BA-F4C1-4466-B31C-C9232764D356}" type="slidenum">
              <a:rPr lang="de-DE" smtClean="0"/>
              <a:t>‹N°›</a:t>
            </a:fld>
            <a:endParaRPr lang="de-DE"/>
          </a:p>
        </p:txBody>
      </p:sp>
      <p:sp>
        <p:nvSpPr>
          <p:cNvPr id="7" name="Chapter 1">
            <a:extLst>
              <a:ext uri="{FF2B5EF4-FFF2-40B4-BE49-F238E27FC236}">
                <a16:creationId xmlns:a16="http://schemas.microsoft.com/office/drawing/2014/main" id="{06E95062-3E7C-4114-A456-F57CB2DB0DA6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60000" y="36000"/>
            <a:ext cx="3168000" cy="205200"/>
          </a:xfrm>
        </p:spPr>
        <p:txBody>
          <a:bodyPr wrap="none">
            <a:noAutofit/>
          </a:bodyPr>
          <a:lstStyle>
            <a:lvl1pPr marL="0" indent="0">
              <a:buNone/>
              <a:defRPr sz="1400" spc="8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de-DE" sz="1400"/>
              <a:t>Text 14 pt, z.B. Kapitel-Nr. &amp; -Überschrift</a:t>
            </a:r>
          </a:p>
        </p:txBody>
      </p:sp>
    </p:spTree>
    <p:extLst>
      <p:ext uri="{BB962C8B-B14F-4D97-AF65-F5344CB8AC3E}">
        <p14:creationId xmlns:p14="http://schemas.microsoft.com/office/powerpoint/2010/main" val="30929565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90">
          <p15:clr>
            <a:srgbClr val="A4A3A4"/>
          </p15:clr>
        </p15:guide>
        <p15:guide id="2" pos="680">
          <p15:clr>
            <a:srgbClr val="A4A3A4"/>
          </p15:clr>
        </p15:guide>
        <p15:guide id="3" pos="1043">
          <p15:clr>
            <a:srgbClr val="A4A3A4"/>
          </p15:clr>
        </p15:guide>
        <p15:guide id="4" pos="1134">
          <p15:clr>
            <a:srgbClr val="A4A3A4"/>
          </p15:clr>
        </p15:guide>
        <p15:guide id="5" pos="1497">
          <p15:clr>
            <a:srgbClr val="A4A3A4"/>
          </p15:clr>
        </p15:guide>
        <p15:guide id="6" pos="1587">
          <p15:clr>
            <a:srgbClr val="A4A3A4"/>
          </p15:clr>
        </p15:guide>
        <p15:guide id="7" pos="1950">
          <p15:clr>
            <a:srgbClr val="A4A3A4"/>
          </p15:clr>
        </p15:guide>
        <p15:guide id="8" pos="2041">
          <p15:clr>
            <a:srgbClr val="A4A3A4"/>
          </p15:clr>
        </p15:guide>
        <p15:guide id="9" pos="2404">
          <p15:clr>
            <a:srgbClr val="A4A3A4"/>
          </p15:clr>
        </p15:guide>
        <p15:guide id="10" pos="2494">
          <p15:clr>
            <a:srgbClr val="A4A3A4"/>
          </p15:clr>
        </p15:guide>
        <p15:guide id="11" pos="2857">
          <p15:clr>
            <a:srgbClr val="A4A3A4"/>
          </p15:clr>
        </p15:guide>
        <p15:guide id="12" pos="2948">
          <p15:clr>
            <a:srgbClr val="A4A3A4"/>
          </p15:clr>
        </p15:guide>
        <p15:guide id="13" pos="3311">
          <p15:clr>
            <a:srgbClr val="A4A3A4"/>
          </p15:clr>
        </p15:guide>
        <p15:guide id="14" pos="3402">
          <p15:clr>
            <a:srgbClr val="A4A3A4"/>
          </p15:clr>
        </p15:guide>
        <p15:guide id="15" pos="3764">
          <p15:clr>
            <a:srgbClr val="A4A3A4"/>
          </p15:clr>
        </p15:guide>
        <p15:guide id="16" pos="3855">
          <p15:clr>
            <a:srgbClr val="A4A3A4"/>
          </p15:clr>
        </p15:guide>
        <p15:guide id="17" pos="4218">
          <p15:clr>
            <a:srgbClr val="A4A3A4"/>
          </p15:clr>
        </p15:guide>
        <p15:guide id="18" pos="4309">
          <p15:clr>
            <a:srgbClr val="A4A3A4"/>
          </p15:clr>
        </p15:guide>
        <p15:guide id="19" pos="4671">
          <p15:clr>
            <a:srgbClr val="A4A3A4"/>
          </p15:clr>
        </p15:guide>
        <p15:guide id="20" pos="4762">
          <p15:clr>
            <a:srgbClr val="A4A3A4"/>
          </p15:clr>
        </p15:guide>
        <p15:guide id="21" pos="5125">
          <p15:clr>
            <a:srgbClr val="A4A3A4"/>
          </p15:clr>
        </p15:guide>
        <p15:guide id="22" pos="5216">
          <p15:clr>
            <a:srgbClr val="A4A3A4"/>
          </p15:clr>
        </p15:guide>
        <p15:guide id="23" orient="horz" pos="1803">
          <p15:clr>
            <a:srgbClr val="A4A3A4"/>
          </p15:clr>
        </p15:guide>
        <p15:guide id="24" orient="horz" pos="1846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Blue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Folientitel</a:t>
            </a:r>
            <a:br>
              <a:rPr lang="de-DE"/>
            </a:br>
            <a:r>
              <a:rPr lang="de-DE"/>
              <a:t>(27 pt, fett, max. 2-zeilig)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de-DE"/>
              <a:t>16.04.2026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Workshop: Corporate Planning Process Optimization</a:t>
            </a:r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64086BA-F4C1-4466-B31C-C9232764D356}" type="slidenum">
              <a:rPr lang="de-DE" smtClean="0"/>
              <a:pPr/>
              <a:t>‹N°›</a:t>
            </a:fld>
            <a:endParaRPr lang="de-DE"/>
          </a:p>
        </p:txBody>
      </p:sp>
      <p:sp>
        <p:nvSpPr>
          <p:cNvPr id="7" name="Chapter 1">
            <a:extLst>
              <a:ext uri="{FF2B5EF4-FFF2-40B4-BE49-F238E27FC236}">
                <a16:creationId xmlns:a16="http://schemas.microsoft.com/office/drawing/2014/main" id="{06E95062-3E7C-4114-A456-F57CB2DB0DA6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60000" y="36000"/>
            <a:ext cx="3168000" cy="205200"/>
          </a:xfrm>
        </p:spPr>
        <p:txBody>
          <a:bodyPr wrap="none">
            <a:noAutofit/>
          </a:bodyPr>
          <a:lstStyle>
            <a:lvl1pPr marL="0" indent="0">
              <a:buNone/>
              <a:defRPr sz="1400" spc="8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de-DE" sz="1400"/>
              <a:t>Text 14 pt, z.B. Kapitel-Nr. &amp; -Überschrift</a:t>
            </a:r>
          </a:p>
        </p:txBody>
      </p:sp>
    </p:spTree>
    <p:extLst>
      <p:ext uri="{BB962C8B-B14F-4D97-AF65-F5344CB8AC3E}">
        <p14:creationId xmlns:p14="http://schemas.microsoft.com/office/powerpoint/2010/main" val="36757719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90">
          <p15:clr>
            <a:srgbClr val="A4A3A4"/>
          </p15:clr>
        </p15:guide>
        <p15:guide id="2" pos="680">
          <p15:clr>
            <a:srgbClr val="A4A3A4"/>
          </p15:clr>
        </p15:guide>
        <p15:guide id="3" pos="1043">
          <p15:clr>
            <a:srgbClr val="A4A3A4"/>
          </p15:clr>
        </p15:guide>
        <p15:guide id="4" pos="1134">
          <p15:clr>
            <a:srgbClr val="A4A3A4"/>
          </p15:clr>
        </p15:guide>
        <p15:guide id="5" pos="1497">
          <p15:clr>
            <a:srgbClr val="A4A3A4"/>
          </p15:clr>
        </p15:guide>
        <p15:guide id="6" pos="1587">
          <p15:clr>
            <a:srgbClr val="A4A3A4"/>
          </p15:clr>
        </p15:guide>
        <p15:guide id="7" pos="1950">
          <p15:clr>
            <a:srgbClr val="A4A3A4"/>
          </p15:clr>
        </p15:guide>
        <p15:guide id="8" pos="2041">
          <p15:clr>
            <a:srgbClr val="A4A3A4"/>
          </p15:clr>
        </p15:guide>
        <p15:guide id="9" pos="2404">
          <p15:clr>
            <a:srgbClr val="A4A3A4"/>
          </p15:clr>
        </p15:guide>
        <p15:guide id="10" pos="2494">
          <p15:clr>
            <a:srgbClr val="A4A3A4"/>
          </p15:clr>
        </p15:guide>
        <p15:guide id="11" pos="2857">
          <p15:clr>
            <a:srgbClr val="A4A3A4"/>
          </p15:clr>
        </p15:guide>
        <p15:guide id="12" pos="2948">
          <p15:clr>
            <a:srgbClr val="A4A3A4"/>
          </p15:clr>
        </p15:guide>
        <p15:guide id="13" pos="3311">
          <p15:clr>
            <a:srgbClr val="A4A3A4"/>
          </p15:clr>
        </p15:guide>
        <p15:guide id="14" pos="3402">
          <p15:clr>
            <a:srgbClr val="A4A3A4"/>
          </p15:clr>
        </p15:guide>
        <p15:guide id="15" pos="3764">
          <p15:clr>
            <a:srgbClr val="A4A3A4"/>
          </p15:clr>
        </p15:guide>
        <p15:guide id="16" pos="3855">
          <p15:clr>
            <a:srgbClr val="A4A3A4"/>
          </p15:clr>
        </p15:guide>
        <p15:guide id="17" pos="4218">
          <p15:clr>
            <a:srgbClr val="A4A3A4"/>
          </p15:clr>
        </p15:guide>
        <p15:guide id="18" pos="4309">
          <p15:clr>
            <a:srgbClr val="A4A3A4"/>
          </p15:clr>
        </p15:guide>
        <p15:guide id="19" pos="4671">
          <p15:clr>
            <a:srgbClr val="A4A3A4"/>
          </p15:clr>
        </p15:guide>
        <p15:guide id="20" pos="4762">
          <p15:clr>
            <a:srgbClr val="A4A3A4"/>
          </p15:clr>
        </p15:guide>
        <p15:guide id="21" pos="5125">
          <p15:clr>
            <a:srgbClr val="A4A3A4"/>
          </p15:clr>
        </p15:guide>
        <p15:guide id="22" pos="5216">
          <p15:clr>
            <a:srgbClr val="A4A3A4"/>
          </p15:clr>
        </p15:guide>
        <p15:guide id="23" orient="horz" pos="1803">
          <p15:clr>
            <a:srgbClr val="A4A3A4"/>
          </p15:clr>
        </p15:guide>
        <p15:guide id="24" orient="horz" pos="1846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de-DE"/>
              <a:t>16.04.2026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Workshop: Corporate Planning Process Optimization</a:t>
            </a:r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086BA-F4C1-4466-B31C-C9232764D356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9967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90">
          <p15:clr>
            <a:srgbClr val="A4A3A4"/>
          </p15:clr>
        </p15:guide>
        <p15:guide id="2" pos="680">
          <p15:clr>
            <a:srgbClr val="A4A3A4"/>
          </p15:clr>
        </p15:guide>
        <p15:guide id="3" pos="1043">
          <p15:clr>
            <a:srgbClr val="A4A3A4"/>
          </p15:clr>
        </p15:guide>
        <p15:guide id="4" pos="1134">
          <p15:clr>
            <a:srgbClr val="A4A3A4"/>
          </p15:clr>
        </p15:guide>
        <p15:guide id="5" pos="1497">
          <p15:clr>
            <a:srgbClr val="A4A3A4"/>
          </p15:clr>
        </p15:guide>
        <p15:guide id="6" pos="1587">
          <p15:clr>
            <a:srgbClr val="A4A3A4"/>
          </p15:clr>
        </p15:guide>
        <p15:guide id="7" pos="1950">
          <p15:clr>
            <a:srgbClr val="A4A3A4"/>
          </p15:clr>
        </p15:guide>
        <p15:guide id="8" pos="2041">
          <p15:clr>
            <a:srgbClr val="A4A3A4"/>
          </p15:clr>
        </p15:guide>
        <p15:guide id="9" pos="2404">
          <p15:clr>
            <a:srgbClr val="A4A3A4"/>
          </p15:clr>
        </p15:guide>
        <p15:guide id="10" pos="2494">
          <p15:clr>
            <a:srgbClr val="A4A3A4"/>
          </p15:clr>
        </p15:guide>
        <p15:guide id="11" pos="2857">
          <p15:clr>
            <a:srgbClr val="A4A3A4"/>
          </p15:clr>
        </p15:guide>
        <p15:guide id="12" pos="2948">
          <p15:clr>
            <a:srgbClr val="A4A3A4"/>
          </p15:clr>
        </p15:guide>
        <p15:guide id="13" pos="3311">
          <p15:clr>
            <a:srgbClr val="A4A3A4"/>
          </p15:clr>
        </p15:guide>
        <p15:guide id="14" pos="3402">
          <p15:clr>
            <a:srgbClr val="A4A3A4"/>
          </p15:clr>
        </p15:guide>
        <p15:guide id="15" pos="3764">
          <p15:clr>
            <a:srgbClr val="A4A3A4"/>
          </p15:clr>
        </p15:guide>
        <p15:guide id="16" pos="3855">
          <p15:clr>
            <a:srgbClr val="A4A3A4"/>
          </p15:clr>
        </p15:guide>
        <p15:guide id="17" pos="4218">
          <p15:clr>
            <a:srgbClr val="A4A3A4"/>
          </p15:clr>
        </p15:guide>
        <p15:guide id="18" pos="4309">
          <p15:clr>
            <a:srgbClr val="A4A3A4"/>
          </p15:clr>
        </p15:guide>
        <p15:guide id="19" pos="4671">
          <p15:clr>
            <a:srgbClr val="A4A3A4"/>
          </p15:clr>
        </p15:guide>
        <p15:guide id="20" pos="4762">
          <p15:clr>
            <a:srgbClr val="A4A3A4"/>
          </p15:clr>
        </p15:guide>
        <p15:guide id="21" pos="5125">
          <p15:clr>
            <a:srgbClr val="A4A3A4"/>
          </p15:clr>
        </p15:guide>
        <p15:guide id="22" pos="5216">
          <p15:clr>
            <a:srgbClr val="A4A3A4"/>
          </p15:clr>
        </p15:guide>
        <p15:guide id="23" orient="horz" pos="1803">
          <p15:clr>
            <a:srgbClr val="A4A3A4"/>
          </p15:clr>
        </p15:guide>
        <p15:guide id="24" orient="horz" pos="1846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Blue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de-DE"/>
              <a:t>16.04.2026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Workshop: Corporate Planning Process Optimization</a:t>
            </a:r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64086BA-F4C1-4466-B31C-C9232764D356}" type="slidenum">
              <a:rPr lang="de-DE" smtClean="0"/>
              <a:pPr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6994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90">
          <p15:clr>
            <a:srgbClr val="A4A3A4"/>
          </p15:clr>
        </p15:guide>
        <p15:guide id="2" pos="680">
          <p15:clr>
            <a:srgbClr val="A4A3A4"/>
          </p15:clr>
        </p15:guide>
        <p15:guide id="3" pos="1043">
          <p15:clr>
            <a:srgbClr val="A4A3A4"/>
          </p15:clr>
        </p15:guide>
        <p15:guide id="4" pos="1134">
          <p15:clr>
            <a:srgbClr val="A4A3A4"/>
          </p15:clr>
        </p15:guide>
        <p15:guide id="5" pos="1497">
          <p15:clr>
            <a:srgbClr val="A4A3A4"/>
          </p15:clr>
        </p15:guide>
        <p15:guide id="6" pos="1587">
          <p15:clr>
            <a:srgbClr val="A4A3A4"/>
          </p15:clr>
        </p15:guide>
        <p15:guide id="7" pos="1950">
          <p15:clr>
            <a:srgbClr val="A4A3A4"/>
          </p15:clr>
        </p15:guide>
        <p15:guide id="8" pos="2041">
          <p15:clr>
            <a:srgbClr val="A4A3A4"/>
          </p15:clr>
        </p15:guide>
        <p15:guide id="9" pos="2404">
          <p15:clr>
            <a:srgbClr val="A4A3A4"/>
          </p15:clr>
        </p15:guide>
        <p15:guide id="10" pos="2494">
          <p15:clr>
            <a:srgbClr val="A4A3A4"/>
          </p15:clr>
        </p15:guide>
        <p15:guide id="11" pos="2857">
          <p15:clr>
            <a:srgbClr val="A4A3A4"/>
          </p15:clr>
        </p15:guide>
        <p15:guide id="12" pos="2948">
          <p15:clr>
            <a:srgbClr val="A4A3A4"/>
          </p15:clr>
        </p15:guide>
        <p15:guide id="13" pos="3311">
          <p15:clr>
            <a:srgbClr val="A4A3A4"/>
          </p15:clr>
        </p15:guide>
        <p15:guide id="14" pos="3402">
          <p15:clr>
            <a:srgbClr val="A4A3A4"/>
          </p15:clr>
        </p15:guide>
        <p15:guide id="15" pos="3764">
          <p15:clr>
            <a:srgbClr val="A4A3A4"/>
          </p15:clr>
        </p15:guide>
        <p15:guide id="16" pos="3855">
          <p15:clr>
            <a:srgbClr val="A4A3A4"/>
          </p15:clr>
        </p15:guide>
        <p15:guide id="17" pos="4218">
          <p15:clr>
            <a:srgbClr val="A4A3A4"/>
          </p15:clr>
        </p15:guide>
        <p15:guide id="18" pos="4309">
          <p15:clr>
            <a:srgbClr val="A4A3A4"/>
          </p15:clr>
        </p15:guide>
        <p15:guide id="19" pos="4671">
          <p15:clr>
            <a:srgbClr val="A4A3A4"/>
          </p15:clr>
        </p15:guide>
        <p15:guide id="20" pos="4762">
          <p15:clr>
            <a:srgbClr val="A4A3A4"/>
          </p15:clr>
        </p15:guide>
        <p15:guide id="21" pos="5125">
          <p15:clr>
            <a:srgbClr val="A4A3A4"/>
          </p15:clr>
        </p15:guide>
        <p15:guide id="22" pos="5216">
          <p15:clr>
            <a:srgbClr val="A4A3A4"/>
          </p15:clr>
        </p15:guide>
        <p15:guide id="23" orient="horz" pos="1803">
          <p15:clr>
            <a:srgbClr val="A4A3A4"/>
          </p15:clr>
        </p15:guide>
        <p15:guide id="24" orient="horz" pos="1846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Blue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1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4000" cy="5143500"/>
          </a:xfrm>
          <a:solidFill>
            <a:srgbClr val="003C74"/>
          </a:solidFill>
        </p:spPr>
        <p:txBody>
          <a:bodyPr vert="horz" lIns="360000" tIns="288000" rIns="288000" bIns="482400" rtlCol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 (15pt) eingeben oder Inhalt durch Symbol in der Mitte bestimmen (Bilder: Bitte folgenden Sie der Verknüpfung in Ihrem Bilderverzeichnis, nutzen Sie nur lizenzierte Bilder)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type="body" sz="quarter" idx="2" hasCustomPrompt="1"/>
          </p:nvPr>
        </p:nvSpPr>
        <p:spPr>
          <a:xfrm>
            <a:off x="5220000" y="2570400"/>
            <a:ext cx="3636000" cy="20880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de-DE" err="1"/>
              <a:t>Text (15pt) eingeben oder Inhalt durch Symbol in der Mitte bestimmen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de-DE"/>
              <a:t>16.04.2026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Workshop: Corporate Planning Process Optimization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7CB76AC-E5DF-427C-ABDC-2F4FBD8E4B69}" type="slidenum">
              <a:rPr lang="de-DE" smtClean="0"/>
              <a:pPr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46002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Screen Picture with Textbox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"/>
          <p:cNvSpPr>
            <a:spLocks noGrp="1"/>
          </p:cNvSpPr>
          <p:nvPr>
            <p:ph type="pic" sz="quarter" idx="2" hasCustomPrompt="1"/>
          </p:nvPr>
        </p:nvSpPr>
        <p:spPr>
          <a:xfrm>
            <a:off x="0" y="2500"/>
            <a:ext cx="9144000" cy="5143500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br>
              <a:rPr lang="de-DE"/>
            </a:br>
            <a:br>
              <a:rPr lang="de-DE"/>
            </a:br>
            <a:br>
              <a:rPr lang="de-DE"/>
            </a:br>
            <a:br>
              <a:rPr lang="de-DE"/>
            </a:br>
            <a:r>
              <a:rPr lang="de-DE"/>
              <a:t>Bild durch Klicken auf das Symbol hinzufügen</a:t>
            </a:r>
            <a:br>
              <a:rPr lang="de-DE"/>
            </a:br>
            <a:r>
              <a:rPr lang="de-DE"/>
              <a:t>Bitte folgenden Sie der Verknüpfung in Ihrem Bilderverzeichnis,</a:t>
            </a:r>
            <a:br>
              <a:rPr lang="de-DE"/>
            </a:br>
            <a:r>
              <a:rPr lang="de-DE"/>
              <a:t>nutzen Sie nur lizenzierte Bilder</a:t>
            </a:r>
          </a:p>
        </p:txBody>
      </p:sp>
      <p:sp>
        <p:nvSpPr>
          <p:cNvPr id="6" name="Text placeholder with brand 1">
            <a:extLst>
              <a:ext uri="{FF2B5EF4-FFF2-40B4-BE49-F238E27FC236}">
                <a16:creationId xmlns:a16="http://schemas.microsoft.com/office/drawing/2014/main" id="{87830F85-CC7B-4FC2-AA25-0ED6B2E1480F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0" y="0"/>
            <a:ext cx="3100000" cy="1133475"/>
          </a:xfrm>
          <a:solidFill>
            <a:schemeClr val="accent1"/>
          </a:solidFill>
        </p:spPr>
        <p:txBody>
          <a:bodyPr lIns="360000" tIns="360000" rIns="360000" bIns="360000" anchor="ctr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  <a:lvl2pPr marL="270000" indent="0">
              <a:buFontTx/>
              <a:buNone/>
              <a:defRPr>
                <a:solidFill>
                  <a:schemeClr val="bg1"/>
                </a:solidFill>
              </a:defRPr>
            </a:lvl2pPr>
            <a:lvl3pPr marL="450000" indent="0">
              <a:buFontTx/>
              <a:buNone/>
              <a:defRPr>
                <a:solidFill>
                  <a:schemeClr val="bg1"/>
                </a:solidFill>
              </a:defRPr>
            </a:lvl3pPr>
            <a:lvl4pPr marL="630000" indent="0">
              <a:buFontTx/>
              <a:buNone/>
              <a:defRPr>
                <a:solidFill>
                  <a:schemeClr val="bg1"/>
                </a:solidFill>
              </a:defRPr>
            </a:lvl4pPr>
            <a:lvl5pPr marL="8100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 (15pt)</a:t>
            </a:r>
          </a:p>
        </p:txBody>
      </p:sp>
    </p:spTree>
    <p:extLst>
      <p:ext uri="{BB962C8B-B14F-4D97-AF65-F5344CB8AC3E}">
        <p14:creationId xmlns:p14="http://schemas.microsoft.com/office/powerpoint/2010/main" val="30064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Screen Picture with Textbox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"/>
          <p:cNvSpPr>
            <a:spLocks noGrp="1"/>
          </p:cNvSpPr>
          <p:nvPr>
            <p:ph type="pic" sz="quarter" idx="2" hasCustomPrompt="1"/>
          </p:nvPr>
        </p:nvSpPr>
        <p:spPr>
          <a:xfrm>
            <a:off x="0" y="2500"/>
            <a:ext cx="9144000" cy="5143500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br>
              <a:rPr lang="de-DE"/>
            </a:br>
            <a:br>
              <a:rPr lang="de-DE"/>
            </a:br>
            <a:br>
              <a:rPr lang="de-DE"/>
            </a:br>
            <a:br>
              <a:rPr lang="de-DE"/>
            </a:br>
            <a:r>
              <a:rPr lang="de-DE"/>
              <a:t>Bild durch Klicken auf das Symbol hinzufügen</a:t>
            </a:r>
            <a:br>
              <a:rPr lang="de-DE"/>
            </a:br>
            <a:r>
              <a:rPr lang="de-DE"/>
              <a:t>Bitte folgenden Sie der Verknüpfung in Ihrem Bilderverzeichnis,</a:t>
            </a:r>
            <a:br>
              <a:rPr lang="de-DE"/>
            </a:br>
            <a:r>
              <a:rPr lang="de-DE"/>
              <a:t>nutzen Sie nur lizenzierte Bilder</a:t>
            </a:r>
          </a:p>
        </p:txBody>
      </p:sp>
      <p:sp>
        <p:nvSpPr>
          <p:cNvPr id="6" name="Text placeholder with brand 1">
            <a:extLst>
              <a:ext uri="{FF2B5EF4-FFF2-40B4-BE49-F238E27FC236}">
                <a16:creationId xmlns:a16="http://schemas.microsoft.com/office/drawing/2014/main" id="{87830F85-CC7B-4FC2-AA25-0ED6B2E1480F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0" y="4012525"/>
            <a:ext cx="3100000" cy="1133475"/>
          </a:xfrm>
          <a:solidFill>
            <a:schemeClr val="bg1"/>
          </a:solidFill>
        </p:spPr>
        <p:txBody>
          <a:bodyPr lIns="360000" tIns="360000" rIns="360000" bIns="360000" anchor="ctr"/>
          <a:lstStyle>
            <a:lvl1pPr marL="0" indent="0" algn="ctr">
              <a:buFontTx/>
              <a:buNone/>
              <a:defRPr>
                <a:solidFill>
                  <a:schemeClr val="accent1"/>
                </a:solidFill>
              </a:defRPr>
            </a:lvl1pPr>
            <a:lvl2pPr marL="270000" indent="0">
              <a:buFontTx/>
              <a:buNone/>
              <a:defRPr>
                <a:solidFill>
                  <a:schemeClr val="bg1"/>
                </a:solidFill>
              </a:defRPr>
            </a:lvl2pPr>
            <a:lvl3pPr marL="450000" indent="0">
              <a:buFontTx/>
              <a:buNone/>
              <a:defRPr>
                <a:solidFill>
                  <a:schemeClr val="bg1"/>
                </a:solidFill>
              </a:defRPr>
            </a:lvl3pPr>
            <a:lvl4pPr marL="630000" indent="0">
              <a:buFontTx/>
              <a:buNone/>
              <a:defRPr>
                <a:solidFill>
                  <a:schemeClr val="bg1"/>
                </a:solidFill>
              </a:defRPr>
            </a:lvl4pPr>
            <a:lvl5pPr marL="8100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 (15pt)</a:t>
            </a:r>
          </a:p>
        </p:txBody>
      </p:sp>
    </p:spTree>
    <p:extLst>
      <p:ext uri="{BB962C8B-B14F-4D97-AF65-F5344CB8AC3E}">
        <p14:creationId xmlns:p14="http://schemas.microsoft.com/office/powerpoint/2010/main" val="2464634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rand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with brand 1">
            <a:extLst>
              <a:ext uri="{FF2B5EF4-FFF2-40B4-BE49-F238E27FC236}">
                <a16:creationId xmlns:a16="http://schemas.microsoft.com/office/drawing/2014/main" id="{87830F85-CC7B-4FC2-AA25-0ED6B2E1480F}"/>
              </a:ext>
            </a:extLst>
          </p:cNvPr>
          <p:cNvSpPr>
            <a:spLocks noGrp="1" noMove="1" noResize="1"/>
          </p:cNvSpPr>
          <p:nvPr>
            <p:ph type="body" sz="quarter" idx="1" hasCustomPrompt="1"/>
          </p:nvPr>
        </p:nvSpPr>
        <p:spPr>
          <a:xfrm>
            <a:off x="0" y="0"/>
            <a:ext cx="3100000" cy="5146000"/>
          </a:xfrm>
          <a:blipFill>
            <a:blip r:embed="rId2"/>
            <a:stretch>
              <a:fillRect/>
            </a:stretch>
          </a:blipFill>
        </p:spPr>
        <p:txBody>
          <a:bodyPr lIns="360000" tIns="1134000" rIns="144000" bIns="46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 (15pt)</a:t>
            </a:r>
            <a:br>
              <a:rPr lang="de-DE"/>
            </a:br>
            <a:r>
              <a:rPr lang="de-DE"/>
              <a:t>--Ändern Sie die Größe des Platzhaltes NICHT! - Das Markenelement darf nicht verzerrt werden!--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2934000" cy="990000"/>
          </a:xfrm>
        </p:spPr>
        <p:txBody>
          <a:bodyPr lIns="360000" tIns="288000"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Folientitel</a:t>
            </a:r>
            <a:br>
              <a:rPr lang="de-DE"/>
            </a:br>
            <a:r>
              <a:rPr lang="de-DE"/>
              <a:t>(max. 2-zeilig)</a:t>
            </a:r>
          </a:p>
        </p:txBody>
      </p:sp>
      <p:sp>
        <p:nvSpPr>
          <p:cNvPr id="8" name="Picture placeholder 1"/>
          <p:cNvSpPr>
            <a:spLocks noGrp="1"/>
          </p:cNvSpPr>
          <p:nvPr>
            <p:ph type="pic" sz="quarter" idx="2" hasCustomPrompt="1"/>
          </p:nvPr>
        </p:nvSpPr>
        <p:spPr>
          <a:xfrm>
            <a:off x="3096000" y="0"/>
            <a:ext cx="6048000" cy="51435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br>
              <a:rPr lang="de-DE"/>
            </a:br>
            <a:br>
              <a:rPr lang="de-DE"/>
            </a:br>
            <a:r>
              <a:rPr lang="de-DE"/>
              <a:t>Bild durch Klicken auf das Symbol hinzufügen</a:t>
            </a:r>
            <a:br>
              <a:rPr lang="de-DE"/>
            </a:br>
            <a:r>
              <a:rPr lang="de-DE"/>
              <a:t>Bitte folgenden Sie der Verknüpfung in Ihrem Bilderverzeichnis,</a:t>
            </a:r>
            <a:br>
              <a:rPr lang="de-DE"/>
            </a:br>
            <a:r>
              <a:rPr lang="de-DE"/>
              <a:t>nutzen Sie nur lizenzierte Bilder</a:t>
            </a:r>
          </a:p>
        </p:txBody>
      </p:sp>
    </p:spTree>
    <p:extLst>
      <p:ext uri="{BB962C8B-B14F-4D97-AF65-F5344CB8AC3E}">
        <p14:creationId xmlns:p14="http://schemas.microsoft.com/office/powerpoint/2010/main" val="2548313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rand in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"/>
          <p:cNvSpPr>
            <a:spLocks noGrp="1"/>
          </p:cNvSpPr>
          <p:nvPr>
            <p:ph type="pic" sz="quarter" idx="2"/>
          </p:nvPr>
        </p:nvSpPr>
        <p:spPr>
          <a:xfrm>
            <a:off x="0" y="0"/>
            <a:ext cx="9144000" cy="5143500"/>
          </a:xfrm>
        </p:spPr>
        <p:txBody>
          <a:bodyPr anchor="t" anchorCtr="1"/>
          <a:lstStyle>
            <a:lvl1pPr marL="3587750" indent="0" algn="l">
              <a:buFontTx/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Text placeholder with brand">
            <a:extLst>
              <a:ext uri="{FF2B5EF4-FFF2-40B4-BE49-F238E27FC236}">
                <a16:creationId xmlns:a16="http://schemas.microsoft.com/office/drawing/2014/main" id="{E7A7BC47-5BFD-4C19-94A3-96984B52B69F}"/>
              </a:ext>
            </a:extLst>
          </p:cNvPr>
          <p:cNvSpPr>
            <a:spLocks noGrp="1" noMove="1" noResize="1"/>
          </p:cNvSpPr>
          <p:nvPr>
            <p:ph type="body" sz="quarter" idx="1" hasCustomPrompt="1"/>
          </p:nvPr>
        </p:nvSpPr>
        <p:spPr>
          <a:xfrm>
            <a:off x="360000" y="288000"/>
            <a:ext cx="2880000" cy="4374488"/>
          </a:xfrm>
          <a:blipFill>
            <a:blip r:embed="rId2"/>
            <a:stretch>
              <a:fillRect/>
            </a:stretch>
          </a:blipFill>
        </p:spPr>
        <p:txBody>
          <a:bodyPr lIns="144000" tIns="1008000" rIns="144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 (15pt)</a:t>
            </a:r>
            <a:br>
              <a:rPr lang="de-DE"/>
            </a:br>
            <a:r>
              <a:rPr lang="de-DE"/>
              <a:t>--Ändern Sie die Größe des Platzhaltes NICHT! - Das Markenelement darf nicht verzerrt werden!--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60000" y="288000"/>
            <a:ext cx="2880000" cy="828000"/>
          </a:xfrm>
        </p:spPr>
        <p:txBody>
          <a:bodyPr lIns="144000" tIns="144000"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Title</a:t>
            </a:r>
            <a:br>
              <a:rPr lang="de-DE"/>
            </a:br>
            <a:r>
              <a:rPr lang="de-DE"/>
              <a:t>(max. 2-zeilig)</a:t>
            </a:r>
          </a:p>
        </p:txBody>
      </p:sp>
    </p:spTree>
    <p:extLst>
      <p:ext uri="{BB962C8B-B14F-4D97-AF65-F5344CB8AC3E}">
        <p14:creationId xmlns:p14="http://schemas.microsoft.com/office/powerpoint/2010/main" val="1804153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rand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with brand 1">
            <a:extLst>
              <a:ext uri="{FF2B5EF4-FFF2-40B4-BE49-F238E27FC236}">
                <a16:creationId xmlns:a16="http://schemas.microsoft.com/office/drawing/2014/main" id="{9797811E-718E-49FB-9718-F61B7CBC64CD}"/>
              </a:ext>
            </a:extLst>
          </p:cNvPr>
          <p:cNvSpPr>
            <a:spLocks noGrp="1" noMove="1" noResize="1"/>
          </p:cNvSpPr>
          <p:nvPr>
            <p:ph type="body" sz="quarter" idx="1" hasCustomPrompt="1"/>
          </p:nvPr>
        </p:nvSpPr>
        <p:spPr>
          <a:xfrm>
            <a:off x="6120000" y="0"/>
            <a:ext cx="3024000" cy="5144400"/>
          </a:xfrm>
          <a:blipFill>
            <a:blip r:embed="rId2"/>
            <a:stretch>
              <a:fillRect/>
            </a:stretch>
          </a:blipFill>
        </p:spPr>
        <p:txBody>
          <a:bodyPr lIns="144000" tIns="1134000" rIns="144000" bIns="46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 (15pt)</a:t>
            </a:r>
            <a:br>
              <a:rPr lang="de-DE"/>
            </a:br>
            <a:r>
              <a:rPr lang="de-DE"/>
              <a:t>--Ändern Sie die Größe des Platzhaltes NICHT! - Das Markenelement darf nicht verzerrt werden!--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120000" y="0"/>
            <a:ext cx="2880000" cy="990000"/>
          </a:xfrm>
        </p:spPr>
        <p:txBody>
          <a:bodyPr lIns="144000" tIns="288000"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Folientitel</a:t>
            </a:r>
            <a:br>
              <a:rPr lang="de-DE"/>
            </a:br>
            <a:r>
              <a:rPr lang="de-DE"/>
              <a:t>(max. 2-zeilig)</a:t>
            </a:r>
          </a:p>
        </p:txBody>
      </p:sp>
      <p:sp>
        <p:nvSpPr>
          <p:cNvPr id="8" name="Bildplatzhalter 1"/>
          <p:cNvSpPr>
            <a:spLocks noGrp="1"/>
          </p:cNvSpPr>
          <p:nvPr>
            <p:ph type="pic" sz="quarter" idx="2" hasCustomPrompt="1"/>
          </p:nvPr>
        </p:nvSpPr>
        <p:spPr>
          <a:xfrm>
            <a:off x="0" y="0"/>
            <a:ext cx="6120000" cy="51435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br>
              <a:rPr lang="de-DE"/>
            </a:br>
            <a:br>
              <a:rPr lang="de-DE"/>
            </a:br>
            <a:r>
              <a:rPr lang="de-DE"/>
              <a:t>Bild durch Klicken auf das Symbol hinzufügen</a:t>
            </a:r>
            <a:br>
              <a:rPr lang="de-DE"/>
            </a:br>
            <a:r>
              <a:rPr lang="de-DE"/>
              <a:t>Bitte folgenden Sie der Verknüpfung in Ihrem Bilderverzeichnis,</a:t>
            </a:r>
            <a:br>
              <a:rPr lang="de-DE"/>
            </a:br>
            <a:r>
              <a:rPr lang="de-DE"/>
              <a:t>nutzen Sie nur lizenzierte Bilder</a:t>
            </a:r>
          </a:p>
        </p:txBody>
      </p:sp>
    </p:spTree>
    <p:extLst>
      <p:ext uri="{BB962C8B-B14F-4D97-AF65-F5344CB8AC3E}">
        <p14:creationId xmlns:p14="http://schemas.microsoft.com/office/powerpoint/2010/main" val="2712360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rand in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1"/>
          <p:cNvSpPr>
            <a:spLocks noGrp="1"/>
          </p:cNvSpPr>
          <p:nvPr>
            <p:ph type="pic" sz="quarter" idx="2" hasCustomPrompt="1"/>
          </p:nvPr>
        </p:nvSpPr>
        <p:spPr>
          <a:xfrm>
            <a:off x="0" y="0"/>
            <a:ext cx="9144000" cy="5143500"/>
          </a:xfrm>
        </p:spPr>
        <p:txBody>
          <a:bodyPr/>
          <a:lstStyle>
            <a:lvl1pPr marL="0" indent="0" algn="l">
              <a:buFontTx/>
              <a:buNone/>
              <a:defRPr/>
            </a:lvl1pPr>
          </a:lstStyle>
          <a:p>
            <a:br>
              <a:rPr lang="de-DE"/>
            </a:br>
            <a:r>
              <a:rPr lang="de-DE"/>
              <a:t>                  </a:t>
            </a:r>
            <a:br>
              <a:rPr lang="de-DE"/>
            </a:br>
            <a:r>
              <a:rPr lang="de-DE"/>
              <a:t>       Bild durch Klicken auf das Symbol hinzufügen</a:t>
            </a:r>
            <a:br>
              <a:rPr lang="de-DE"/>
            </a:br>
            <a:r>
              <a:rPr lang="de-DE"/>
              <a:t>       Bitte folgenden Sie der Verknüpfung in Ihrem Bilderverzeichnis,</a:t>
            </a:r>
            <a:br>
              <a:rPr lang="de-DE"/>
            </a:br>
            <a:r>
              <a:rPr lang="de-DE"/>
              <a:t>       nutzen Sie nur lizenzierte Bilder</a:t>
            </a:r>
          </a:p>
        </p:txBody>
      </p:sp>
      <p:sp>
        <p:nvSpPr>
          <p:cNvPr id="4" name="Text placeholder with brand">
            <a:extLst>
              <a:ext uri="{FF2B5EF4-FFF2-40B4-BE49-F238E27FC236}">
                <a16:creationId xmlns:a16="http://schemas.microsoft.com/office/drawing/2014/main" id="{217C621E-33AF-4FA1-BF28-B7DBAB839EBD}"/>
              </a:ext>
            </a:extLst>
          </p:cNvPr>
          <p:cNvSpPr>
            <a:spLocks noGrp="1" noMove="1" noResize="1"/>
          </p:cNvSpPr>
          <p:nvPr>
            <p:ph type="body" sz="quarter" idx="1" hasCustomPrompt="1"/>
          </p:nvPr>
        </p:nvSpPr>
        <p:spPr>
          <a:xfrm>
            <a:off x="5976000" y="288000"/>
            <a:ext cx="2879636" cy="4374488"/>
          </a:xfrm>
          <a:blipFill>
            <a:blip r:embed="rId2"/>
            <a:stretch>
              <a:fillRect/>
            </a:stretch>
          </a:blipFill>
        </p:spPr>
        <p:txBody>
          <a:bodyPr lIns="144000" tIns="1008000" rIns="144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 (15pt)</a:t>
            </a:r>
            <a:br>
              <a:rPr lang="de-DE"/>
            </a:br>
            <a:r>
              <a:rPr lang="de-DE"/>
              <a:t>--Ändern Sie die Größe des Platzhaltes NICHT! - Das Markenelement darf nicht verzerrt werden!--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976000" y="288000"/>
            <a:ext cx="2880000" cy="828000"/>
          </a:xfrm>
        </p:spPr>
        <p:txBody>
          <a:bodyPr lIns="144000" tIns="144000"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Folientitel</a:t>
            </a:r>
            <a:br>
              <a:rPr lang="de-DE"/>
            </a:br>
            <a:r>
              <a:rPr lang="de-DE"/>
              <a:t>(max. 2-zeilig)</a:t>
            </a:r>
          </a:p>
        </p:txBody>
      </p:sp>
    </p:spTree>
    <p:extLst>
      <p:ext uri="{BB962C8B-B14F-4D97-AF65-F5344CB8AC3E}">
        <p14:creationId xmlns:p14="http://schemas.microsoft.com/office/powerpoint/2010/main" val="3452777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de-DE"/>
              <a:t>16.04.2026</a:t>
            </a:r>
          </a:p>
        </p:txBody>
      </p:sp>
      <p:sp>
        <p:nvSpPr>
          <p:cNvPr id="11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Workshop: Corporate Planning Process Optimization</a:t>
            </a:r>
            <a:endParaRPr lang="de-DE"/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4B71E280-9623-4F29-8424-0016496D3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2BE70-174B-4BBD-B151-ECF97DA33D78}" type="slidenum">
              <a:rPr lang="de-DE" smtClean="0"/>
              <a:pPr/>
              <a:t>‹N°›</a:t>
            </a:fld>
            <a:endParaRPr lang="de-DE"/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A8E1EC06-BDD0-464F-A7E1-302981335756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6120000" y="1432800"/>
            <a:ext cx="3024000" cy="2329200"/>
          </a:xfrm>
          <a:solidFill>
            <a:schemeClr val="accent1"/>
          </a:solidFill>
        </p:spPr>
        <p:txBody>
          <a:bodyPr lIns="180000" anchor="ctr" anchorCtr="1"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270000" indent="0" algn="l">
              <a:buNone/>
              <a:defRPr>
                <a:solidFill>
                  <a:schemeClr val="bg1"/>
                </a:solidFill>
              </a:defRPr>
            </a:lvl2pPr>
            <a:lvl3pPr marL="450000" indent="0" algn="l">
              <a:buNone/>
              <a:defRPr>
                <a:solidFill>
                  <a:schemeClr val="bg1"/>
                </a:solidFill>
              </a:defRPr>
            </a:lvl3pPr>
            <a:lvl4pPr marL="630000" indent="0" algn="l">
              <a:buNone/>
              <a:defRPr>
                <a:solidFill>
                  <a:schemeClr val="bg1"/>
                </a:solidFill>
              </a:defRPr>
            </a:lvl4pPr>
            <a:lvl5pPr marL="810000" indent="0" algn="l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 (15 pt)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9" name="Bildplatzhalter 1">
            <a:extLst>
              <a:ext uri="{FF2B5EF4-FFF2-40B4-BE49-F238E27FC236}">
                <a16:creationId xmlns:a16="http://schemas.microsoft.com/office/drawing/2014/main" id="{61FA4F4F-01D5-49D9-979E-64C25DDFB5A7}"/>
              </a:ext>
            </a:extLst>
          </p:cNvPr>
          <p:cNvSpPr>
            <a:spLocks noGrp="1"/>
          </p:cNvSpPr>
          <p:nvPr>
            <p:ph type="pic" sz="quarter" idx="2" hasCustomPrompt="1"/>
          </p:nvPr>
        </p:nvSpPr>
        <p:spPr>
          <a:xfrm>
            <a:off x="1800000" y="1432800"/>
            <a:ext cx="4320000" cy="2329200"/>
          </a:xfrm>
          <a:solidFill>
            <a:schemeClr val="bg1"/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br>
              <a:rPr lang="de-DE"/>
            </a:br>
            <a:r>
              <a:rPr lang="de-DE"/>
              <a:t>Bild durch Klicken auf das Symbol hinzufügen</a:t>
            </a:r>
            <a:br>
              <a:rPr lang="de-DE"/>
            </a:br>
            <a:r>
              <a:rPr lang="de-DE"/>
              <a:t>Bitte folgenden Sie der Verknüpfung in Ihrem Bilderverzeichnis, nutzen Sie nur lizenzierte Bilder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810498A-D556-4FE4-82E8-590E97F059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Folientitel</a:t>
            </a:r>
            <a:br>
              <a:rPr lang="de-DE"/>
            </a:br>
            <a:r>
              <a:rPr lang="de-DE"/>
              <a:t>(max. 2-zeilig)</a:t>
            </a:r>
          </a:p>
        </p:txBody>
      </p:sp>
      <p:sp>
        <p:nvSpPr>
          <p:cNvPr id="3" name="Chapter 1">
            <a:extLst>
              <a:ext uri="{FF2B5EF4-FFF2-40B4-BE49-F238E27FC236}">
                <a16:creationId xmlns:a16="http://schemas.microsoft.com/office/drawing/2014/main" id="{BD332ECF-F146-4117-8DF5-EFFF06300189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60000" y="36000"/>
            <a:ext cx="3168000" cy="205200"/>
          </a:xfrm>
        </p:spPr>
        <p:txBody>
          <a:bodyPr wrap="none">
            <a:noAutofit/>
          </a:bodyPr>
          <a:lstStyle>
            <a:lvl1pPr marL="0" indent="0">
              <a:buNone/>
              <a:defRPr sz="1400" spc="8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de-DE" sz="1400"/>
              <a:t>Text 14 pt, z.B. Kapitel-Nr. &amp; -Überschrift</a:t>
            </a:r>
          </a:p>
        </p:txBody>
      </p:sp>
    </p:spTree>
    <p:extLst>
      <p:ext uri="{BB962C8B-B14F-4D97-AF65-F5344CB8AC3E}">
        <p14:creationId xmlns:p14="http://schemas.microsoft.com/office/powerpoint/2010/main" val="1953414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and Text Blue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de-DE"/>
              <a:t>16.04.2026</a:t>
            </a:r>
          </a:p>
        </p:txBody>
      </p:sp>
      <p:sp>
        <p:nvSpPr>
          <p:cNvPr id="11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Workshop: Corporate Planning Process Optimization</a:t>
            </a:r>
            <a:endParaRPr lang="de-DE"/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4B71E280-9623-4F29-8424-0016496D3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972BE70-174B-4BBD-B151-ECF97DA33D78}" type="slidenum">
              <a:rPr lang="de-DE" smtClean="0"/>
              <a:pPr/>
              <a:t>‹N°›</a:t>
            </a:fld>
            <a:endParaRPr lang="de-DE"/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A8E1EC06-BDD0-464F-A7E1-302981335756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6120000" y="1432800"/>
            <a:ext cx="3024000" cy="2329200"/>
          </a:xfrm>
          <a:solidFill>
            <a:schemeClr val="tx2"/>
          </a:solidFill>
        </p:spPr>
        <p:txBody>
          <a:bodyPr lIns="180000" anchor="ctr" anchorCtr="1"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270000" indent="0" algn="l">
              <a:buNone/>
              <a:defRPr>
                <a:solidFill>
                  <a:schemeClr val="bg1"/>
                </a:solidFill>
              </a:defRPr>
            </a:lvl2pPr>
            <a:lvl3pPr marL="450000" indent="0" algn="l">
              <a:buNone/>
              <a:defRPr>
                <a:solidFill>
                  <a:schemeClr val="bg1"/>
                </a:solidFill>
              </a:defRPr>
            </a:lvl3pPr>
            <a:lvl4pPr marL="630000" indent="0" algn="l">
              <a:buNone/>
              <a:defRPr>
                <a:solidFill>
                  <a:schemeClr val="bg1"/>
                </a:solidFill>
              </a:defRPr>
            </a:lvl4pPr>
            <a:lvl5pPr marL="810000" indent="0" algn="l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 (15 pt)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9" name="Bildplatzhalter 1">
            <a:extLst>
              <a:ext uri="{FF2B5EF4-FFF2-40B4-BE49-F238E27FC236}">
                <a16:creationId xmlns:a16="http://schemas.microsoft.com/office/drawing/2014/main" id="{61FA4F4F-01D5-49D9-979E-64C25DDFB5A7}"/>
              </a:ext>
            </a:extLst>
          </p:cNvPr>
          <p:cNvSpPr>
            <a:spLocks noGrp="1"/>
          </p:cNvSpPr>
          <p:nvPr>
            <p:ph type="pic" sz="quarter" idx="2" hasCustomPrompt="1"/>
          </p:nvPr>
        </p:nvSpPr>
        <p:spPr>
          <a:xfrm>
            <a:off x="1800000" y="1432800"/>
            <a:ext cx="4320000" cy="2329200"/>
          </a:xfrm>
          <a:solidFill>
            <a:schemeClr val="bg1"/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br>
              <a:rPr lang="de-DE"/>
            </a:br>
            <a:r>
              <a:rPr lang="de-DE"/>
              <a:t>Bild durch Klicken auf das Symbol hinzufügen</a:t>
            </a:r>
            <a:br>
              <a:rPr lang="de-DE"/>
            </a:br>
            <a:r>
              <a:rPr lang="de-DE"/>
              <a:t>Bitte folgenden Sie der Verknüpfung in Ihrem Bilderverzeichnis, nutzen Sie nur lizenzierte Bilder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810498A-D556-4FE4-82E8-590E97F059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Folientitel</a:t>
            </a:r>
            <a:br>
              <a:rPr lang="de-DE"/>
            </a:br>
            <a:r>
              <a:rPr lang="de-DE"/>
              <a:t>(max. 2-zeilig)</a:t>
            </a:r>
          </a:p>
        </p:txBody>
      </p:sp>
      <p:sp>
        <p:nvSpPr>
          <p:cNvPr id="3" name="Chapter 1">
            <a:extLst>
              <a:ext uri="{FF2B5EF4-FFF2-40B4-BE49-F238E27FC236}">
                <a16:creationId xmlns:a16="http://schemas.microsoft.com/office/drawing/2014/main" id="{BD332ECF-F146-4117-8DF5-EFFF06300189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60000" y="36000"/>
            <a:ext cx="3168000" cy="205200"/>
          </a:xfrm>
        </p:spPr>
        <p:txBody>
          <a:bodyPr wrap="none">
            <a:noAutofit/>
          </a:bodyPr>
          <a:lstStyle>
            <a:lvl1pPr marL="0" indent="0">
              <a:buNone/>
              <a:defRPr sz="1400" spc="8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de-DE" sz="1400"/>
              <a:t>Text 14 pt, z.B. Kapitel-Nr. &amp; -Überschrift</a:t>
            </a:r>
          </a:p>
        </p:txBody>
      </p:sp>
    </p:spTree>
    <p:extLst>
      <p:ext uri="{BB962C8B-B14F-4D97-AF65-F5344CB8AC3E}">
        <p14:creationId xmlns:p14="http://schemas.microsoft.com/office/powerpoint/2010/main" val="2107058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itle, Content and 1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Folientitel</a:t>
            </a:r>
            <a:br>
              <a:rPr lang="de-DE"/>
            </a:br>
            <a:r>
              <a:rPr lang="de-DE"/>
              <a:t>(27 pt, fett, max. 2-zeilig)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360000" y="1134000"/>
            <a:ext cx="6336000" cy="3528000"/>
          </a:xfrm>
        </p:spPr>
        <p:txBody>
          <a:bodyPr/>
          <a:lstStyle/>
          <a:p>
            <a:pPr lvl="0"/>
            <a:r>
              <a:rPr lang="de-DE"/>
              <a:t>Text (15 pt) eingeben (bitte hier kein Bild einfügen)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" name="Picture Placeholder 1"/>
          <p:cNvSpPr>
            <a:spLocks noGrp="1"/>
          </p:cNvSpPr>
          <p:nvPr>
            <p:ph type="pic" sz="quarter" idx="2" hasCustomPrompt="1"/>
          </p:nvPr>
        </p:nvSpPr>
        <p:spPr>
          <a:xfrm>
            <a:off x="6840000" y="1134000"/>
            <a:ext cx="2304000" cy="3528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Bild durch Klicken auf das Symbol hinzufügen</a:t>
            </a:r>
            <a:br>
              <a:rPr lang="de-DE"/>
            </a:br>
            <a:r>
              <a:rPr lang="de-DE"/>
              <a:t>Bitte folgenden Sie der Verknüpfung in Ihrem Bilderverzeichnis,</a:t>
            </a:r>
            <a:br>
              <a:rPr lang="de-DE"/>
            </a:br>
            <a:r>
              <a:rPr lang="de-DE"/>
              <a:t>nutzen Sie nur lizenzierte Bilder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de-DE"/>
              <a:t>16.04.2026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Workshop: Corporate Planning Process Optimization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B76AC-E5DF-427C-ABDC-2F4FBD8E4B69}" type="slidenum">
              <a:rPr lang="de-DE" smtClean="0"/>
              <a:t>‹N°›</a:t>
            </a:fld>
            <a:endParaRPr lang="de-DE"/>
          </a:p>
        </p:txBody>
      </p:sp>
      <p:sp>
        <p:nvSpPr>
          <p:cNvPr id="4" name="Chapter 1"/>
          <p:cNvSpPr>
            <a:spLocks noGrp="1"/>
          </p:cNvSpPr>
          <p:nvPr>
            <p:ph type="body" sz="quarter" idx="9" hasCustomPrompt="1"/>
          </p:nvPr>
        </p:nvSpPr>
        <p:spPr>
          <a:xfrm>
            <a:off x="360000" y="36000"/>
            <a:ext cx="3168000" cy="205200"/>
          </a:xfrm>
        </p:spPr>
        <p:txBody>
          <a:bodyPr wrap="none">
            <a:noAutofit/>
          </a:bodyPr>
          <a:lstStyle>
            <a:lvl1pPr marL="0" indent="0">
              <a:buNone/>
              <a:defRPr sz="1400" spc="8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de-DE" sz="1400"/>
              <a:t>Text 14 pt, z.B. Kapitel-Nr. &amp; -Überschrift</a:t>
            </a:r>
          </a:p>
        </p:txBody>
      </p:sp>
    </p:spTree>
    <p:extLst>
      <p:ext uri="{BB962C8B-B14F-4D97-AF65-F5344CB8AC3E}">
        <p14:creationId xmlns:p14="http://schemas.microsoft.com/office/powerpoint/2010/main" val="318178945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and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Folientitel</a:t>
            </a:r>
            <a:br>
              <a:rPr lang="de-DE"/>
            </a:br>
            <a:r>
              <a:rPr lang="de-DE"/>
              <a:t>(27 pt, fett, max. 2-zeilig)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360000" y="1134000"/>
            <a:ext cx="6336000" cy="3528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Text (15 pt) eingeben (bitte hier kein Bild einfügen)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9" name="Picture Placeholder 1"/>
          <p:cNvSpPr>
            <a:spLocks noGrp="1"/>
          </p:cNvSpPr>
          <p:nvPr>
            <p:ph type="pic" sz="quarter" idx="2" hasCustomPrompt="1"/>
          </p:nvPr>
        </p:nvSpPr>
        <p:spPr>
          <a:xfrm>
            <a:off x="6840000" y="1134000"/>
            <a:ext cx="2304000" cy="1728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Bild durch Klicken auf das Symbol hinzufügen</a:t>
            </a:r>
            <a:endParaRPr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3" hasCustomPrompt="1"/>
          </p:nvPr>
        </p:nvSpPr>
        <p:spPr>
          <a:xfrm>
            <a:off x="6840000" y="2930400"/>
            <a:ext cx="2304000" cy="1728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Bild durch Klicken auf das Symbol hinzufügen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de-DE"/>
              <a:t>16.04.2026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Workshop: Corporate Planning Process Optimization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B76AC-E5DF-427C-ABDC-2F4FBD8E4B69}" type="slidenum">
              <a:rPr lang="de-DE" smtClean="0"/>
              <a:t>‹N°›</a:t>
            </a:fld>
            <a:endParaRPr lang="de-DE"/>
          </a:p>
        </p:txBody>
      </p:sp>
      <p:sp>
        <p:nvSpPr>
          <p:cNvPr id="4" name="Chapter 1">
            <a:extLst>
              <a:ext uri="{FF2B5EF4-FFF2-40B4-BE49-F238E27FC236}">
                <a16:creationId xmlns:a16="http://schemas.microsoft.com/office/drawing/2014/main" id="{2A0F84D0-F6A3-4306-B077-4E59A6BFC472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60000" y="36000"/>
            <a:ext cx="3168000" cy="205200"/>
          </a:xfrm>
        </p:spPr>
        <p:txBody>
          <a:bodyPr wrap="none">
            <a:noAutofit/>
          </a:bodyPr>
          <a:lstStyle>
            <a:lvl1pPr marL="0" indent="0">
              <a:buNone/>
              <a:defRPr sz="1400" spc="8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de-DE" sz="1400"/>
              <a:t>Text 14 pt, z.B. Kapitel-Nr. &amp; -Überschrift</a:t>
            </a:r>
          </a:p>
        </p:txBody>
      </p:sp>
    </p:spTree>
    <p:extLst>
      <p:ext uri="{BB962C8B-B14F-4D97-AF65-F5344CB8AC3E}">
        <p14:creationId xmlns:p14="http://schemas.microsoft.com/office/powerpoint/2010/main" val="204603750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and 3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Folientitel</a:t>
            </a:r>
            <a:br>
              <a:rPr lang="de-DE"/>
            </a:br>
            <a:r>
              <a:rPr lang="de-DE"/>
              <a:t>(27 pt, fett, max. 2-zeilig)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360000" y="1134000"/>
            <a:ext cx="6336000" cy="3528000"/>
          </a:xfrm>
        </p:spPr>
        <p:txBody>
          <a:bodyPr/>
          <a:lstStyle/>
          <a:p>
            <a:pPr lvl="0"/>
            <a:r>
              <a:rPr lang="de-DE"/>
              <a:t>Text (15 pt) eingeben (bitte hier kein Bild einfügen)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9" name="Picture Placeholder 1"/>
          <p:cNvSpPr>
            <a:spLocks noGrp="1"/>
          </p:cNvSpPr>
          <p:nvPr>
            <p:ph type="pic" sz="quarter" idx="2" hasCustomPrompt="1"/>
          </p:nvPr>
        </p:nvSpPr>
        <p:spPr>
          <a:xfrm>
            <a:off x="6840000" y="1134000"/>
            <a:ext cx="2304000" cy="11268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Bild durch Klicken auf das Symbol hinzufügen</a:t>
            </a:r>
            <a:endParaRPr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3" hasCustomPrompt="1"/>
          </p:nvPr>
        </p:nvSpPr>
        <p:spPr>
          <a:xfrm>
            <a:off x="6840000" y="2332800"/>
            <a:ext cx="2304000" cy="11268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Bild durch Klicken auf das Symbol hinzufügen</a:t>
            </a:r>
            <a:endParaRPr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4" hasCustomPrompt="1"/>
          </p:nvPr>
        </p:nvSpPr>
        <p:spPr>
          <a:xfrm>
            <a:off x="6840000" y="3531600"/>
            <a:ext cx="2304000" cy="11268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Bild durch Klicken auf das Symbol hinzufügen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de-DE"/>
              <a:t>16.04.2026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Workshop: Corporate Planning Process Optimization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B76AC-E5DF-427C-ABDC-2F4FBD8E4B69}" type="slidenum">
              <a:rPr lang="de-DE" smtClean="0"/>
              <a:t>‹N°›</a:t>
            </a:fld>
            <a:endParaRPr lang="de-DE"/>
          </a:p>
        </p:txBody>
      </p:sp>
      <p:sp>
        <p:nvSpPr>
          <p:cNvPr id="4" name="Chapter 1">
            <a:extLst>
              <a:ext uri="{FF2B5EF4-FFF2-40B4-BE49-F238E27FC236}">
                <a16:creationId xmlns:a16="http://schemas.microsoft.com/office/drawing/2014/main" id="{8CCAE5B8-4748-4D90-B3E9-AF72F173A9E8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60000" y="36000"/>
            <a:ext cx="3168000" cy="205200"/>
          </a:xfrm>
        </p:spPr>
        <p:txBody>
          <a:bodyPr wrap="none">
            <a:noAutofit/>
          </a:bodyPr>
          <a:lstStyle>
            <a:lvl1pPr marL="0" indent="0">
              <a:buNone/>
              <a:defRPr sz="1400" spc="8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de-DE" sz="1400"/>
              <a:t>Text 14 pt, z.B. Kapitel-Nr. &amp; -Überschrift</a:t>
            </a:r>
          </a:p>
        </p:txBody>
      </p:sp>
    </p:spTree>
    <p:extLst>
      <p:ext uri="{BB962C8B-B14F-4D97-AF65-F5344CB8AC3E}">
        <p14:creationId xmlns:p14="http://schemas.microsoft.com/office/powerpoint/2010/main" val="87476184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and 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000" y="288000"/>
            <a:ext cx="6336000" cy="702000"/>
          </a:xfrm>
        </p:spPr>
        <p:txBody>
          <a:bodyPr/>
          <a:lstStyle/>
          <a:p>
            <a:r>
              <a:rPr lang="de-DE"/>
              <a:t>Folientitel</a:t>
            </a:r>
            <a:br>
              <a:rPr lang="de-DE"/>
            </a:br>
            <a:r>
              <a:rPr lang="de-DE"/>
              <a:t>(27 pt, fett, max. 2-zeilig)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360000" y="1134000"/>
            <a:ext cx="6336000" cy="3528000"/>
          </a:xfrm>
        </p:spPr>
        <p:txBody>
          <a:bodyPr/>
          <a:lstStyle/>
          <a:p>
            <a:pPr lvl="0"/>
            <a:r>
              <a:rPr lang="de-DE"/>
              <a:t>Text (15 pt) eingeben (bitte hier kein Bild einfügen)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9" name="Picture Placeholder 1"/>
          <p:cNvSpPr>
            <a:spLocks noGrp="1"/>
          </p:cNvSpPr>
          <p:nvPr>
            <p:ph type="pic" sz="quarter" idx="2" hasCustomPrompt="1"/>
          </p:nvPr>
        </p:nvSpPr>
        <p:spPr>
          <a:xfrm>
            <a:off x="6840000" y="0"/>
            <a:ext cx="2304000" cy="11268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Bild durch Klicken auf das Symbol hinzufügen</a:t>
            </a:r>
            <a:endParaRPr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3" hasCustomPrompt="1"/>
          </p:nvPr>
        </p:nvSpPr>
        <p:spPr>
          <a:xfrm>
            <a:off x="6840000" y="1182000"/>
            <a:ext cx="2304000" cy="11268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Bild durch Klicken auf das Symbol hinzufügen</a:t>
            </a:r>
            <a:endParaRPr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4" hasCustomPrompt="1"/>
          </p:nvPr>
        </p:nvSpPr>
        <p:spPr>
          <a:xfrm>
            <a:off x="6840000" y="2364000"/>
            <a:ext cx="2304000" cy="1116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Bild durch Klicken auf das Symbol hinzufügen</a:t>
            </a:r>
            <a:endParaRPr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5" hasCustomPrompt="1"/>
          </p:nvPr>
        </p:nvSpPr>
        <p:spPr>
          <a:xfrm>
            <a:off x="6840000" y="3546000"/>
            <a:ext cx="2304000" cy="1116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Bild durch Klicken auf das Symbol hinzufügen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de-DE"/>
              <a:t>16.04.2026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Workshop: Corporate Planning Process Optimization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B76AC-E5DF-427C-ABDC-2F4FBD8E4B69}" type="slidenum">
              <a:rPr lang="de-DE" smtClean="0"/>
              <a:t>‹N°›</a:t>
            </a:fld>
            <a:endParaRPr lang="de-DE"/>
          </a:p>
        </p:txBody>
      </p:sp>
      <p:sp>
        <p:nvSpPr>
          <p:cNvPr id="4" name="Chapter 1">
            <a:extLst>
              <a:ext uri="{FF2B5EF4-FFF2-40B4-BE49-F238E27FC236}">
                <a16:creationId xmlns:a16="http://schemas.microsoft.com/office/drawing/2014/main" id="{814C6A53-1BC1-440B-9D8A-BF926FBFFC4E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60000" y="36000"/>
            <a:ext cx="3168000" cy="205200"/>
          </a:xfrm>
        </p:spPr>
        <p:txBody>
          <a:bodyPr wrap="none">
            <a:noAutofit/>
          </a:bodyPr>
          <a:lstStyle>
            <a:lvl1pPr marL="0" indent="0">
              <a:buNone/>
              <a:defRPr sz="1400" spc="8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de-DE" sz="1400"/>
              <a:t>Text 14 pt, z.B. Kapitel-Nr. &amp; -Überschrift</a:t>
            </a:r>
          </a:p>
        </p:txBody>
      </p:sp>
    </p:spTree>
    <p:extLst>
      <p:ext uri="{BB962C8B-B14F-4D97-AF65-F5344CB8AC3E}">
        <p14:creationId xmlns:p14="http://schemas.microsoft.com/office/powerpoint/2010/main" val="25470944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and 5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000" y="288000"/>
            <a:ext cx="6336000" cy="702000"/>
          </a:xfrm>
        </p:spPr>
        <p:txBody>
          <a:bodyPr/>
          <a:lstStyle>
            <a:lvl1pPr/>
          </a:lstStyle>
          <a:p>
            <a:r>
              <a:rPr lang="de-DE"/>
              <a:t>Folientitel</a:t>
            </a:r>
            <a:br>
              <a:rPr lang="de-DE"/>
            </a:br>
            <a:r>
              <a:rPr lang="de-DE"/>
              <a:t>(27 pt, fett, max. 2-zeilig)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360000" y="1134000"/>
            <a:ext cx="6336000" cy="3528000"/>
          </a:xfrm>
        </p:spPr>
        <p:txBody>
          <a:bodyPr/>
          <a:lstStyle/>
          <a:p>
            <a:pPr lvl="0"/>
            <a:r>
              <a:rPr lang="de-DE"/>
              <a:t>Text (15 pt) eingeben (bitte hier kein Bild einfügen)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9" name="Picture Placeholder 1"/>
          <p:cNvSpPr>
            <a:spLocks noGrp="1"/>
          </p:cNvSpPr>
          <p:nvPr>
            <p:ph type="pic" sz="quarter" idx="2" hasCustomPrompt="1"/>
          </p:nvPr>
        </p:nvSpPr>
        <p:spPr>
          <a:xfrm>
            <a:off x="6840000" y="0"/>
            <a:ext cx="2304000" cy="90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Bild durch Klicken auf das Symbol hinzufügen</a:t>
            </a:r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3" hasCustomPrompt="1"/>
          </p:nvPr>
        </p:nvSpPr>
        <p:spPr>
          <a:xfrm>
            <a:off x="6840000" y="940500"/>
            <a:ext cx="2304000" cy="90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Bild durch Klicken auf das Symbol hinzufügen</a:t>
            </a:r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4" hasCustomPrompt="1"/>
          </p:nvPr>
        </p:nvSpPr>
        <p:spPr>
          <a:xfrm>
            <a:off x="6840000" y="1881000"/>
            <a:ext cx="2304000" cy="90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Bild durch Klicken auf das Symbol hinzufügen</a:t>
            </a:r>
            <a:endParaRPr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5" hasCustomPrompt="1"/>
          </p:nvPr>
        </p:nvSpPr>
        <p:spPr>
          <a:xfrm>
            <a:off x="6840000" y="2821500"/>
            <a:ext cx="2304000" cy="90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Bild durch Klicken auf das Symbol hinzufügen</a:t>
            </a:r>
          </a:p>
        </p:txBody>
      </p:sp>
      <p:sp>
        <p:nvSpPr>
          <p:cNvPr id="12" name="Picture Placeholder 5"/>
          <p:cNvSpPr>
            <a:spLocks noGrp="1"/>
          </p:cNvSpPr>
          <p:nvPr>
            <p:ph type="pic" sz="quarter" idx="6" hasCustomPrompt="1"/>
          </p:nvPr>
        </p:nvSpPr>
        <p:spPr>
          <a:xfrm>
            <a:off x="6840000" y="3762000"/>
            <a:ext cx="2304000" cy="90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Bild durch Klicken auf das Symbol hinzufügen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de-DE"/>
              <a:t>16.04.2026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Workshop: Corporate Planning Process Optimization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B76AC-E5DF-427C-ABDC-2F4FBD8E4B69}" type="slidenum">
              <a:rPr lang="de-DE" smtClean="0"/>
              <a:t>‹N°›</a:t>
            </a:fld>
            <a:endParaRPr lang="de-DE"/>
          </a:p>
        </p:txBody>
      </p:sp>
      <p:sp>
        <p:nvSpPr>
          <p:cNvPr id="4" name="Chapter 1">
            <a:extLst>
              <a:ext uri="{FF2B5EF4-FFF2-40B4-BE49-F238E27FC236}">
                <a16:creationId xmlns:a16="http://schemas.microsoft.com/office/drawing/2014/main" id="{00336B0E-1068-447F-8E91-8CC63D15ED02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60000" y="36000"/>
            <a:ext cx="3168000" cy="205200"/>
          </a:xfrm>
        </p:spPr>
        <p:txBody>
          <a:bodyPr wrap="none">
            <a:noAutofit/>
          </a:bodyPr>
          <a:lstStyle>
            <a:lvl1pPr marL="0" indent="0">
              <a:buNone/>
              <a:defRPr sz="1400" spc="8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de-DE" sz="1400"/>
              <a:t>Text 14 pt, z.B. Kapitel-Nr. &amp; -Überschrift</a:t>
            </a:r>
          </a:p>
        </p:txBody>
      </p:sp>
    </p:spTree>
    <p:extLst>
      <p:ext uri="{BB962C8B-B14F-4D97-AF65-F5344CB8AC3E}">
        <p14:creationId xmlns:p14="http://schemas.microsoft.com/office/powerpoint/2010/main" val="89965220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6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Folientitel(27 pt, fett, max. 2-zeilig)</a:t>
            </a:r>
            <a:br>
              <a:rPr lang="de-DE"/>
            </a:br>
            <a:r>
              <a:rPr lang="de-DE" noProof="0"/>
              <a:t>(dieses Layout ist für Bildserien gedacht)</a:t>
            </a:r>
          </a:p>
        </p:txBody>
      </p:sp>
      <p:sp>
        <p:nvSpPr>
          <p:cNvPr id="7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360000" y="1134000"/>
            <a:ext cx="2736000" cy="1728000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de-DE"/>
              <a:t>Inhalte eingeben</a:t>
            </a:r>
          </a:p>
          <a:p>
            <a:pPr lvl="0"/>
            <a:endParaRPr lang="de-DE"/>
          </a:p>
        </p:txBody>
      </p:sp>
      <p:sp>
        <p:nvSpPr>
          <p:cNvPr id="9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3240000" y="1134000"/>
            <a:ext cx="2736000" cy="1728000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de-DE"/>
              <a:t>Inhalte eingeben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6120000" y="1134000"/>
            <a:ext cx="2736000" cy="1728000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de-DE"/>
              <a:t>Inhalte eingeben</a:t>
            </a:r>
          </a:p>
        </p:txBody>
      </p:sp>
      <p:sp>
        <p:nvSpPr>
          <p:cNvPr id="8" name="Content Placeholder 4"/>
          <p:cNvSpPr>
            <a:spLocks noGrp="1"/>
          </p:cNvSpPr>
          <p:nvPr>
            <p:ph sz="quarter" idx="4" hasCustomPrompt="1"/>
          </p:nvPr>
        </p:nvSpPr>
        <p:spPr>
          <a:xfrm>
            <a:off x="360000" y="2930400"/>
            <a:ext cx="2736000" cy="1728000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de-DE"/>
              <a:t>Inhalte eingeben</a:t>
            </a:r>
          </a:p>
        </p:txBody>
      </p:sp>
      <p:sp>
        <p:nvSpPr>
          <p:cNvPr id="10" name="Content Placeholder 5"/>
          <p:cNvSpPr>
            <a:spLocks noGrp="1"/>
          </p:cNvSpPr>
          <p:nvPr>
            <p:ph sz="quarter" idx="5" hasCustomPrompt="1"/>
          </p:nvPr>
        </p:nvSpPr>
        <p:spPr>
          <a:xfrm>
            <a:off x="3240000" y="2930400"/>
            <a:ext cx="2736000" cy="1728000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de-DE"/>
              <a:t>Inhalte eingeben</a:t>
            </a:r>
          </a:p>
        </p:txBody>
      </p:sp>
      <p:sp>
        <p:nvSpPr>
          <p:cNvPr id="12" name="Content Placeholder 6"/>
          <p:cNvSpPr>
            <a:spLocks noGrp="1"/>
          </p:cNvSpPr>
          <p:nvPr>
            <p:ph sz="quarter" idx="6" hasCustomPrompt="1"/>
          </p:nvPr>
        </p:nvSpPr>
        <p:spPr>
          <a:xfrm>
            <a:off x="6120000" y="2930400"/>
            <a:ext cx="2736000" cy="1728000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de-DE"/>
              <a:t>Inhalte eingeben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de-DE"/>
              <a:t>16.04.2026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Workshop: Corporate Planning Process Optimization</a:t>
            </a:r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B76AC-E5DF-427C-ABDC-2F4FBD8E4B69}" type="slidenum">
              <a:rPr lang="de-DE" smtClean="0"/>
              <a:pPr/>
              <a:t>‹N°›</a:t>
            </a:fld>
            <a:endParaRPr lang="de-DE"/>
          </a:p>
        </p:txBody>
      </p:sp>
      <p:sp>
        <p:nvSpPr>
          <p:cNvPr id="6" name="Chapter 1">
            <a:extLst>
              <a:ext uri="{FF2B5EF4-FFF2-40B4-BE49-F238E27FC236}">
                <a16:creationId xmlns:a16="http://schemas.microsoft.com/office/drawing/2014/main" id="{C95EBED2-D162-4F24-BA4E-101A83BBC650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60000" y="36000"/>
            <a:ext cx="3168000" cy="205200"/>
          </a:xfrm>
        </p:spPr>
        <p:txBody>
          <a:bodyPr wrap="none">
            <a:noAutofit/>
          </a:bodyPr>
          <a:lstStyle>
            <a:lvl1pPr marL="0" indent="0">
              <a:buNone/>
              <a:defRPr sz="1400" spc="8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de-DE" sz="1400"/>
              <a:t>Text 14 pt, z.B. Kapitel-Nr. &amp; -Überschrift</a:t>
            </a:r>
          </a:p>
        </p:txBody>
      </p:sp>
    </p:spTree>
    <p:extLst>
      <p:ext uri="{BB962C8B-B14F-4D97-AF65-F5344CB8AC3E}">
        <p14:creationId xmlns:p14="http://schemas.microsoft.com/office/powerpoint/2010/main" val="4806960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50">
          <p15:clr>
            <a:srgbClr val="A4A3A4"/>
          </p15:clr>
        </p15:guide>
        <p15:guide id="2" pos="2041">
          <p15:clr>
            <a:srgbClr val="A4A3A4"/>
          </p15:clr>
        </p15:guide>
        <p15:guide id="3" pos="3764">
          <p15:clr>
            <a:srgbClr val="A4A3A4"/>
          </p15:clr>
        </p15:guide>
        <p15:guide id="4" pos="3855">
          <p15:clr>
            <a:srgbClr val="A4A3A4"/>
          </p15:clr>
        </p15:guide>
        <p15:guide id="5" orient="horz" pos="1803">
          <p15:clr>
            <a:srgbClr val="A4A3A4"/>
          </p15:clr>
        </p15:guide>
        <p15:guide id="6" orient="horz" pos="1846">
          <p15:clr>
            <a:srgbClr val="A4A3A4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6 Contents Blue 3">
    <p:bg>
      <p:bgPr>
        <a:solidFill>
          <a:srgbClr val="0027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Folientitel(27 pt, fett, max. 2-zeilig)</a:t>
            </a:r>
          </a:p>
        </p:txBody>
      </p:sp>
      <p:sp>
        <p:nvSpPr>
          <p:cNvPr id="9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360000" y="1134000"/>
            <a:ext cx="2736000" cy="1728000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de-DE"/>
              <a:t>Inhalte eingeben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3240000" y="1134000"/>
            <a:ext cx="2736000" cy="1728000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de-DE"/>
              <a:t>Inhalte eingeben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6120000" y="1134000"/>
            <a:ext cx="2736000" cy="1728000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de-DE"/>
              <a:t>Inhalte eingeben</a:t>
            </a:r>
          </a:p>
        </p:txBody>
      </p:sp>
      <p:sp>
        <p:nvSpPr>
          <p:cNvPr id="8" name="Content Placeholder 4"/>
          <p:cNvSpPr>
            <a:spLocks noGrp="1"/>
          </p:cNvSpPr>
          <p:nvPr>
            <p:ph type="pic" sz="quarter" idx="4" hasCustomPrompt="1"/>
          </p:nvPr>
        </p:nvSpPr>
        <p:spPr>
          <a:xfrm>
            <a:off x="360000" y="2930400"/>
            <a:ext cx="2736000" cy="1728000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Bild durch Klicken auf das Symbol hinzufügen</a:t>
            </a:r>
          </a:p>
        </p:txBody>
      </p:sp>
      <p:sp>
        <p:nvSpPr>
          <p:cNvPr id="10" name="Content Placeholder 5"/>
          <p:cNvSpPr>
            <a:spLocks noGrp="1"/>
          </p:cNvSpPr>
          <p:nvPr>
            <p:ph type="pic" sz="quarter" idx="5" hasCustomPrompt="1"/>
          </p:nvPr>
        </p:nvSpPr>
        <p:spPr>
          <a:xfrm>
            <a:off x="3240000" y="2930400"/>
            <a:ext cx="2736000" cy="1728000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Bild durch Klicken auf das Symbol hinzufügen</a:t>
            </a:r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6" hasCustomPrompt="1"/>
          </p:nvPr>
        </p:nvSpPr>
        <p:spPr>
          <a:xfrm>
            <a:off x="6120000" y="2930400"/>
            <a:ext cx="2736000" cy="1728000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Bild durch Klicken auf das Symbol hinzufügen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de-DE"/>
              <a:t>16.04.2026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Workshop: Corporate Planning Process Optimization</a:t>
            </a:r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B76AC-E5DF-427C-ABDC-2F4FBD8E4B69}" type="slidenum">
              <a:rPr lang="de-DE" smtClean="0"/>
              <a:pPr/>
              <a:t>‹N°›</a:t>
            </a:fld>
            <a:endParaRPr lang="de-DE"/>
          </a:p>
        </p:txBody>
      </p:sp>
      <p:sp>
        <p:nvSpPr>
          <p:cNvPr id="6" name="Chapter 1">
            <a:extLst>
              <a:ext uri="{FF2B5EF4-FFF2-40B4-BE49-F238E27FC236}">
                <a16:creationId xmlns:a16="http://schemas.microsoft.com/office/drawing/2014/main" id="{C95EBED2-D162-4F24-BA4E-101A83BBC650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60000" y="36000"/>
            <a:ext cx="3168000" cy="205200"/>
          </a:xfrm>
        </p:spPr>
        <p:txBody>
          <a:bodyPr wrap="none">
            <a:noAutofit/>
          </a:bodyPr>
          <a:lstStyle>
            <a:lvl1pPr marL="0" indent="0">
              <a:buNone/>
              <a:defRPr sz="1400" spc="8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de-DE" sz="1400"/>
              <a:t>Text 14 pt, z.B. Kapitel-Nr. &amp; -Überschrift</a:t>
            </a:r>
          </a:p>
        </p:txBody>
      </p:sp>
    </p:spTree>
    <p:extLst>
      <p:ext uri="{BB962C8B-B14F-4D97-AF65-F5344CB8AC3E}">
        <p14:creationId xmlns:p14="http://schemas.microsoft.com/office/powerpoint/2010/main" val="31949807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50">
          <p15:clr>
            <a:srgbClr val="A4A3A4"/>
          </p15:clr>
        </p15:guide>
        <p15:guide id="2" pos="2041">
          <p15:clr>
            <a:srgbClr val="A4A3A4"/>
          </p15:clr>
        </p15:guide>
        <p15:guide id="3" pos="3764">
          <p15:clr>
            <a:srgbClr val="A4A3A4"/>
          </p15:clr>
        </p15:guide>
        <p15:guide id="4" pos="3855">
          <p15:clr>
            <a:srgbClr val="A4A3A4"/>
          </p15:clr>
        </p15:guide>
        <p15:guide id="5" orient="horz" pos="1803">
          <p15:clr>
            <a:srgbClr val="A4A3A4"/>
          </p15:clr>
        </p15:guide>
        <p15:guide id="6" orient="horz" pos="1846">
          <p15:clr>
            <a:srgbClr val="A4A3A4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5 Contents, 1 Picure Blue 3">
    <p:bg>
      <p:bgPr>
        <a:solidFill>
          <a:srgbClr val="0027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Folientitel(27 pt, fett, max. 2-zeilig)</a:t>
            </a:r>
            <a:br>
              <a:rPr lang="de-DE"/>
            </a:br>
            <a:r>
              <a:rPr lang="de-DE" noProof="0"/>
              <a:t>(dieses Layout ist für Bildserien gedacht)</a:t>
            </a:r>
          </a:p>
        </p:txBody>
      </p:sp>
      <p:sp>
        <p:nvSpPr>
          <p:cNvPr id="9" name="Content Placeholder 1 neu"/>
          <p:cNvSpPr>
            <a:spLocks noGrp="1"/>
          </p:cNvSpPr>
          <p:nvPr>
            <p:ph sz="quarter" idx="1" hasCustomPrompt="1"/>
          </p:nvPr>
        </p:nvSpPr>
        <p:spPr>
          <a:xfrm>
            <a:off x="360000" y="1134000"/>
            <a:ext cx="1584000" cy="972000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de-DE"/>
              <a:t>Inhalte eingeben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2088000" y="1134000"/>
            <a:ext cx="1584000" cy="972000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de-DE"/>
              <a:t>Inhalte eingeben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3816000" y="1134000"/>
            <a:ext cx="1584000" cy="972000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de-DE"/>
              <a:t>Inhalte eingeben</a:t>
            </a:r>
          </a:p>
        </p:txBody>
      </p:sp>
      <p:sp>
        <p:nvSpPr>
          <p:cNvPr id="8" name="Content Placeholder 4"/>
          <p:cNvSpPr>
            <a:spLocks noGrp="1"/>
          </p:cNvSpPr>
          <p:nvPr>
            <p:ph sz="quarter" idx="4" hasCustomPrompt="1"/>
          </p:nvPr>
        </p:nvSpPr>
        <p:spPr>
          <a:xfrm>
            <a:off x="5544000" y="1134000"/>
            <a:ext cx="1584000" cy="972000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de-DE"/>
              <a:t>Inhalte eingeben</a:t>
            </a:r>
          </a:p>
        </p:txBody>
      </p:sp>
      <p:sp>
        <p:nvSpPr>
          <p:cNvPr id="10" name="Content Placeholder 5"/>
          <p:cNvSpPr>
            <a:spLocks noGrp="1"/>
          </p:cNvSpPr>
          <p:nvPr>
            <p:ph sz="quarter" idx="5" hasCustomPrompt="1"/>
          </p:nvPr>
        </p:nvSpPr>
        <p:spPr>
          <a:xfrm>
            <a:off x="7272000" y="1134000"/>
            <a:ext cx="1584000" cy="972000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de-DE"/>
              <a:t>Inhalte eingeben</a:t>
            </a:r>
          </a:p>
        </p:txBody>
      </p:sp>
      <p:sp>
        <p:nvSpPr>
          <p:cNvPr id="12" name="Picture Placeholder 1"/>
          <p:cNvSpPr>
            <a:spLocks noGrp="1"/>
          </p:cNvSpPr>
          <p:nvPr>
            <p:ph type="pic" sz="quarter" idx="6" hasCustomPrompt="1"/>
          </p:nvPr>
        </p:nvSpPr>
        <p:spPr>
          <a:xfrm>
            <a:off x="360000" y="2574000"/>
            <a:ext cx="8496000" cy="2088000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de-DE"/>
              <a:t>Bild durch Klicken auf das Symbol hinzufügen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de-DE"/>
              <a:t>16.04.2026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Workshop: Corporate Planning Process Optimization</a:t>
            </a:r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7CB76AC-E5DF-427C-ABDC-2F4FBD8E4B69}" type="slidenum">
              <a:rPr lang="de-DE" smtClean="0"/>
              <a:pPr/>
              <a:t>‹N°›</a:t>
            </a:fld>
            <a:endParaRPr lang="de-DE"/>
          </a:p>
        </p:txBody>
      </p:sp>
      <p:sp>
        <p:nvSpPr>
          <p:cNvPr id="6" name="Chapter 1">
            <a:extLst>
              <a:ext uri="{FF2B5EF4-FFF2-40B4-BE49-F238E27FC236}">
                <a16:creationId xmlns:a16="http://schemas.microsoft.com/office/drawing/2014/main" id="{C95EBED2-D162-4F24-BA4E-101A83BBC650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60000" y="36000"/>
            <a:ext cx="3168000" cy="205200"/>
          </a:xfrm>
        </p:spPr>
        <p:txBody>
          <a:bodyPr wrap="none">
            <a:noAutofit/>
          </a:bodyPr>
          <a:lstStyle>
            <a:lvl1pPr marL="0" indent="0">
              <a:buNone/>
              <a:defRPr sz="1400" spc="8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de-DE" sz="1400"/>
              <a:t>Text 14 pt, z.B. Kapitel-Nr. &amp; -Überschrift</a:t>
            </a:r>
          </a:p>
        </p:txBody>
      </p:sp>
    </p:spTree>
    <p:extLst>
      <p:ext uri="{BB962C8B-B14F-4D97-AF65-F5344CB8AC3E}">
        <p14:creationId xmlns:p14="http://schemas.microsoft.com/office/powerpoint/2010/main" val="180041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25">
          <p15:clr>
            <a:srgbClr val="A4A3A4"/>
          </p15:clr>
        </p15:guide>
        <p15:guide id="2" pos="1315">
          <p15:clr>
            <a:srgbClr val="A4A3A4"/>
          </p15:clr>
        </p15:guide>
        <p15:guide id="3" pos="2313">
          <p15:clr>
            <a:srgbClr val="A4A3A4"/>
          </p15:clr>
        </p15:guide>
        <p15:guide id="4" pos="2404">
          <p15:clr>
            <a:srgbClr val="A4A3A4"/>
          </p15:clr>
        </p15:guide>
        <p15:guide id="5" pos="3402">
          <p15:clr>
            <a:srgbClr val="A4A3A4"/>
          </p15:clr>
        </p15:guide>
        <p15:guide id="6" orient="horz" pos="1621">
          <p15:clr>
            <a:srgbClr val="A4A3A4"/>
          </p15:clr>
        </p15:guide>
        <p15:guide id="7" pos="3492">
          <p15:clr>
            <a:srgbClr val="A4A3A4"/>
          </p15:clr>
        </p15:guide>
        <p15:guide id="8" pos="4490">
          <p15:clr>
            <a:srgbClr val="A4A3A4"/>
          </p15:clr>
        </p15:guide>
        <p15:guide id="9" pos="4581">
          <p15:clr>
            <a:srgbClr val="A4A3A4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8 Picture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Folientitel(27 pt, fett, max. 2-zeilig)</a:t>
            </a:r>
            <a:br>
              <a:rPr lang="de-DE"/>
            </a:br>
            <a:r>
              <a:rPr lang="de-DE" noProof="0"/>
              <a:t>(dieses Layout ist für Bildserien gedacht)</a:t>
            </a:r>
          </a:p>
        </p:txBody>
      </p:sp>
      <p:sp>
        <p:nvSpPr>
          <p:cNvPr id="7" name="Picture Placeholder 1"/>
          <p:cNvSpPr>
            <a:spLocks noGrp="1"/>
          </p:cNvSpPr>
          <p:nvPr>
            <p:ph type="pic" sz="quarter" idx="1" hasCustomPrompt="1"/>
          </p:nvPr>
        </p:nvSpPr>
        <p:spPr>
          <a:xfrm>
            <a:off x="360000" y="1134000"/>
            <a:ext cx="2016000" cy="1368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Tx/>
              <a:buNone/>
              <a:defRPr/>
            </a:lvl1pPr>
          </a:lstStyle>
          <a:p>
            <a:r>
              <a:rPr lang="de-DE"/>
              <a:t>Bild durch Klicken auf das Symbol hinzufügen</a:t>
            </a:r>
            <a:endParaRPr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2" hasCustomPrompt="1"/>
          </p:nvPr>
        </p:nvSpPr>
        <p:spPr>
          <a:xfrm>
            <a:off x="2520000" y="1134000"/>
            <a:ext cx="2016000" cy="1368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Tx/>
              <a:buNone/>
              <a:defRPr/>
            </a:lvl1pPr>
          </a:lstStyle>
          <a:p>
            <a:r>
              <a:rPr lang="de-DE"/>
              <a:t>Bild durch Klicken auf das Symbol hinzufügen</a:t>
            </a:r>
            <a:endParaRPr/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3" hasCustomPrompt="1"/>
          </p:nvPr>
        </p:nvSpPr>
        <p:spPr>
          <a:xfrm>
            <a:off x="4680000" y="1134000"/>
            <a:ext cx="2016000" cy="1368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Tx/>
              <a:buNone/>
              <a:defRPr/>
            </a:lvl1pPr>
          </a:lstStyle>
          <a:p>
            <a:r>
              <a:rPr lang="de-DE"/>
              <a:t>Bild durch Klicken auf das Symbol hinzufügen</a:t>
            </a:r>
            <a:endParaRPr/>
          </a:p>
        </p:txBody>
      </p:sp>
      <p:sp>
        <p:nvSpPr>
          <p:cNvPr id="13" name="Picture Placeholder 4"/>
          <p:cNvSpPr>
            <a:spLocks noGrp="1"/>
          </p:cNvSpPr>
          <p:nvPr>
            <p:ph type="pic" sz="quarter" idx="4" hasCustomPrompt="1"/>
          </p:nvPr>
        </p:nvSpPr>
        <p:spPr>
          <a:xfrm>
            <a:off x="6840000" y="1134000"/>
            <a:ext cx="2016000" cy="1368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Tx/>
              <a:buNone/>
              <a:defRPr/>
            </a:lvl1pPr>
          </a:lstStyle>
          <a:p>
            <a:r>
              <a:rPr lang="de-DE"/>
              <a:t>Bild durch Klicken auf das Symbol hinzufügen</a:t>
            </a:r>
            <a:endParaRPr/>
          </a:p>
        </p:txBody>
      </p:sp>
      <p:sp>
        <p:nvSpPr>
          <p:cNvPr id="8" name="Picture Placeholder 5"/>
          <p:cNvSpPr>
            <a:spLocks noGrp="1"/>
          </p:cNvSpPr>
          <p:nvPr>
            <p:ph type="pic" sz="quarter" idx="5" hasCustomPrompt="1"/>
          </p:nvPr>
        </p:nvSpPr>
        <p:spPr>
          <a:xfrm>
            <a:off x="360000" y="2930400"/>
            <a:ext cx="2016000" cy="1368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Tx/>
              <a:buNone/>
              <a:defRPr/>
            </a:lvl1pPr>
          </a:lstStyle>
          <a:p>
            <a:r>
              <a:rPr lang="de-DE"/>
              <a:t>Bild durch Klicken auf das Symbol hinzufügen</a:t>
            </a:r>
            <a:endParaRPr/>
          </a:p>
        </p:txBody>
      </p:sp>
      <p:sp>
        <p:nvSpPr>
          <p:cNvPr id="35" name="Picture Placeholder 6"/>
          <p:cNvSpPr>
            <a:spLocks noGrp="1"/>
          </p:cNvSpPr>
          <p:nvPr>
            <p:ph type="pic" sz="quarter" idx="6" hasCustomPrompt="1"/>
          </p:nvPr>
        </p:nvSpPr>
        <p:spPr>
          <a:xfrm>
            <a:off x="2520000" y="2930400"/>
            <a:ext cx="2016000" cy="1368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Tx/>
              <a:buNone/>
              <a:defRPr/>
            </a:lvl1pPr>
          </a:lstStyle>
          <a:p>
            <a:r>
              <a:rPr lang="de-DE"/>
              <a:t>Bild durch Klicken auf das Symbol hinzufügen</a:t>
            </a:r>
            <a:endParaRPr/>
          </a:p>
        </p:txBody>
      </p:sp>
      <p:sp>
        <p:nvSpPr>
          <p:cNvPr id="37" name="Bildplatzhalter 7"/>
          <p:cNvSpPr>
            <a:spLocks noGrp="1"/>
          </p:cNvSpPr>
          <p:nvPr>
            <p:ph type="pic" sz="quarter" idx="7" hasCustomPrompt="1"/>
          </p:nvPr>
        </p:nvSpPr>
        <p:spPr>
          <a:xfrm>
            <a:off x="4680000" y="2930400"/>
            <a:ext cx="2016000" cy="1368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Tx/>
              <a:buNone/>
              <a:defRPr/>
            </a:lvl1pPr>
          </a:lstStyle>
          <a:p>
            <a:r>
              <a:rPr lang="de-DE"/>
              <a:t>Bild durch Klicken auf das Symbol hinzufügen</a:t>
            </a:r>
            <a:endParaRPr/>
          </a:p>
        </p:txBody>
      </p:sp>
      <p:sp>
        <p:nvSpPr>
          <p:cNvPr id="14" name="Picture Placeholder 8"/>
          <p:cNvSpPr>
            <a:spLocks noGrp="1"/>
          </p:cNvSpPr>
          <p:nvPr>
            <p:ph type="pic" sz="quarter" idx="8" hasCustomPrompt="1"/>
          </p:nvPr>
        </p:nvSpPr>
        <p:spPr>
          <a:xfrm>
            <a:off x="6840000" y="2930400"/>
            <a:ext cx="2016000" cy="1368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Tx/>
              <a:buNone/>
              <a:defRPr/>
            </a:lvl1pPr>
          </a:lstStyle>
          <a:p>
            <a:r>
              <a:rPr lang="de-DE"/>
              <a:t>Bild durch Klicken auf das Symbol hinzufügen</a:t>
            </a:r>
            <a:endParaRPr/>
          </a:p>
        </p:txBody>
      </p:sp>
      <p:sp>
        <p:nvSpPr>
          <p:cNvPr id="15" name="Text Placeholder 1"/>
          <p:cNvSpPr>
            <a:spLocks noGrp="1"/>
          </p:cNvSpPr>
          <p:nvPr>
            <p:ph type="body" idx="13" hasCustomPrompt="1"/>
          </p:nvPr>
        </p:nvSpPr>
        <p:spPr>
          <a:xfrm>
            <a:off x="360000" y="2538000"/>
            <a:ext cx="2016000" cy="32400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FontTx/>
              <a:buNone/>
              <a:defRPr sz="1200" b="0"/>
            </a:lvl1pPr>
            <a:lvl2pPr marL="0" indent="0" algn="r" rtl="1">
              <a:lnSpc>
                <a:spcPct val="100000"/>
              </a:lnSpc>
              <a:buFontTx/>
              <a:buNone/>
              <a:defRPr sz="1200" b="0"/>
            </a:lvl2pPr>
            <a:lvl3pPr marL="0" indent="0">
              <a:lnSpc>
                <a:spcPct val="100000"/>
              </a:lnSpc>
              <a:buFontTx/>
              <a:buNone/>
              <a:defRPr/>
            </a:lvl3pPr>
            <a:lvl4pPr marL="0" indent="0">
              <a:lnSpc>
                <a:spcPct val="100000"/>
              </a:lnSpc>
              <a:buNone/>
              <a:defRPr/>
            </a:lvl4pPr>
            <a:lvl5pPr marL="0" indent="0">
              <a:lnSpc>
                <a:spcPct val="100000"/>
              </a:lnSpc>
              <a:buFontTx/>
              <a:buNone/>
              <a:defRPr/>
            </a:lvl5pPr>
            <a:lvl6pPr marL="0" indent="0">
              <a:lnSpc>
                <a:spcPct val="100000"/>
              </a:lnSpc>
              <a:buFontTx/>
              <a:buNone/>
              <a:defRPr/>
            </a:lvl6pPr>
          </a:lstStyle>
          <a:p>
            <a:pPr lvl="0"/>
            <a:r>
              <a:rPr lang="de-DE"/>
              <a:t>Bildunterschrift</a:t>
            </a:r>
            <a:br>
              <a:rPr lang="de-DE"/>
            </a:br>
            <a:r>
              <a:rPr lang="de-DE"/>
              <a:t>(12pt, max. 2-zeilig)</a:t>
            </a:r>
          </a:p>
          <a:p>
            <a:pPr lvl="1"/>
            <a:endParaRPr lang="de-DE"/>
          </a:p>
        </p:txBody>
      </p:sp>
      <p:sp>
        <p:nvSpPr>
          <p:cNvPr id="17" name="Text Placeholder 2"/>
          <p:cNvSpPr>
            <a:spLocks noGrp="1"/>
          </p:cNvSpPr>
          <p:nvPr>
            <p:ph type="body" idx="14" hasCustomPrompt="1"/>
          </p:nvPr>
        </p:nvSpPr>
        <p:spPr>
          <a:xfrm>
            <a:off x="2520000" y="2538000"/>
            <a:ext cx="2016000" cy="32400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FontTx/>
              <a:buNone/>
              <a:defRPr sz="1200" b="0"/>
            </a:lvl1pPr>
            <a:lvl2pPr marL="0" indent="0" algn="r" rtl="1">
              <a:lnSpc>
                <a:spcPct val="100000"/>
              </a:lnSpc>
              <a:buFontTx/>
              <a:buNone/>
              <a:defRPr sz="1200" b="0"/>
            </a:lvl2pPr>
            <a:lvl3pPr marL="0" indent="0">
              <a:lnSpc>
                <a:spcPct val="100000"/>
              </a:lnSpc>
              <a:buFontTx/>
              <a:buNone/>
              <a:defRPr/>
            </a:lvl3pPr>
            <a:lvl4pPr marL="0" indent="0">
              <a:lnSpc>
                <a:spcPct val="100000"/>
              </a:lnSpc>
              <a:buNone/>
              <a:defRPr/>
            </a:lvl4pPr>
            <a:lvl5pPr marL="0" indent="0">
              <a:lnSpc>
                <a:spcPct val="100000"/>
              </a:lnSpc>
              <a:buFontTx/>
              <a:buNone/>
              <a:defRPr/>
            </a:lvl5pPr>
            <a:lvl6pPr marL="0" indent="0">
              <a:lnSpc>
                <a:spcPct val="100000"/>
              </a:lnSpc>
              <a:buFontTx/>
              <a:buNone/>
              <a:defRPr/>
            </a:lvl6pPr>
          </a:lstStyle>
          <a:p>
            <a:pPr lvl="0"/>
            <a:r>
              <a:rPr lang="de-DE"/>
              <a:t>Bildunterschrift</a:t>
            </a:r>
            <a:br>
              <a:rPr lang="de-DE"/>
            </a:br>
            <a:r>
              <a:rPr lang="de-DE"/>
              <a:t>(12pt, max. 2-zeilig)</a:t>
            </a:r>
          </a:p>
          <a:p>
            <a:pPr lvl="1"/>
            <a:endParaRPr lang="de-DE"/>
          </a:p>
        </p:txBody>
      </p:sp>
      <p:sp>
        <p:nvSpPr>
          <p:cNvPr id="19" name="Text Placeholder 3"/>
          <p:cNvSpPr>
            <a:spLocks noGrp="1"/>
          </p:cNvSpPr>
          <p:nvPr>
            <p:ph type="body" idx="15" hasCustomPrompt="1"/>
          </p:nvPr>
        </p:nvSpPr>
        <p:spPr>
          <a:xfrm>
            <a:off x="4680000" y="2538000"/>
            <a:ext cx="2016000" cy="32400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FontTx/>
              <a:buNone/>
              <a:defRPr sz="1200" b="0"/>
            </a:lvl1pPr>
            <a:lvl2pPr marL="0" indent="0" algn="r" rtl="1">
              <a:lnSpc>
                <a:spcPct val="100000"/>
              </a:lnSpc>
              <a:buFontTx/>
              <a:buNone/>
              <a:defRPr sz="1200" b="0"/>
            </a:lvl2pPr>
            <a:lvl3pPr marL="0" indent="0">
              <a:lnSpc>
                <a:spcPct val="100000"/>
              </a:lnSpc>
              <a:buFontTx/>
              <a:buNone/>
              <a:defRPr/>
            </a:lvl3pPr>
            <a:lvl4pPr marL="0" indent="0">
              <a:lnSpc>
                <a:spcPct val="100000"/>
              </a:lnSpc>
              <a:buNone/>
              <a:defRPr/>
            </a:lvl4pPr>
            <a:lvl5pPr marL="0" indent="0">
              <a:lnSpc>
                <a:spcPct val="100000"/>
              </a:lnSpc>
              <a:buFontTx/>
              <a:buNone/>
              <a:defRPr/>
            </a:lvl5pPr>
            <a:lvl6pPr marL="0" indent="0">
              <a:lnSpc>
                <a:spcPct val="100000"/>
              </a:lnSpc>
              <a:buFontTx/>
              <a:buNone/>
              <a:defRPr/>
            </a:lvl6pPr>
          </a:lstStyle>
          <a:p>
            <a:pPr lvl="0"/>
            <a:r>
              <a:rPr lang="de-DE"/>
              <a:t>Bildunterschrift</a:t>
            </a:r>
            <a:br>
              <a:rPr lang="de-DE"/>
            </a:br>
            <a:r>
              <a:rPr lang="de-DE"/>
              <a:t>(12pt, max. 2-zeilig)</a:t>
            </a:r>
          </a:p>
          <a:p>
            <a:pPr lvl="1"/>
            <a:endParaRPr lang="de-DE"/>
          </a:p>
        </p:txBody>
      </p:sp>
      <p:sp>
        <p:nvSpPr>
          <p:cNvPr id="21" name="Text Placeholder 4"/>
          <p:cNvSpPr>
            <a:spLocks noGrp="1"/>
          </p:cNvSpPr>
          <p:nvPr>
            <p:ph type="body" idx="16" hasCustomPrompt="1"/>
          </p:nvPr>
        </p:nvSpPr>
        <p:spPr>
          <a:xfrm>
            <a:off x="6840000" y="2538000"/>
            <a:ext cx="2016000" cy="32400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FontTx/>
              <a:buNone/>
              <a:defRPr sz="1200" b="0"/>
            </a:lvl1pPr>
            <a:lvl2pPr marL="0" indent="0" algn="r" rtl="1">
              <a:lnSpc>
                <a:spcPct val="100000"/>
              </a:lnSpc>
              <a:buFontTx/>
              <a:buNone/>
              <a:defRPr sz="1200" b="0"/>
            </a:lvl2pPr>
            <a:lvl3pPr marL="0" indent="0">
              <a:lnSpc>
                <a:spcPct val="100000"/>
              </a:lnSpc>
              <a:buFontTx/>
              <a:buNone/>
              <a:defRPr/>
            </a:lvl3pPr>
            <a:lvl4pPr marL="0" indent="0">
              <a:lnSpc>
                <a:spcPct val="100000"/>
              </a:lnSpc>
              <a:buNone/>
              <a:defRPr/>
            </a:lvl4pPr>
            <a:lvl5pPr marL="0" indent="0">
              <a:lnSpc>
                <a:spcPct val="100000"/>
              </a:lnSpc>
              <a:buFontTx/>
              <a:buNone/>
              <a:defRPr/>
            </a:lvl5pPr>
            <a:lvl6pPr marL="0" indent="0">
              <a:lnSpc>
                <a:spcPct val="100000"/>
              </a:lnSpc>
              <a:buFontTx/>
              <a:buNone/>
              <a:defRPr/>
            </a:lvl6pPr>
          </a:lstStyle>
          <a:p>
            <a:pPr lvl="0"/>
            <a:r>
              <a:rPr lang="de-DE"/>
              <a:t>Bildunterschrift</a:t>
            </a:r>
            <a:br>
              <a:rPr lang="de-DE"/>
            </a:br>
            <a:r>
              <a:rPr lang="de-DE"/>
              <a:t>(12pt, max. 2-zeilig)</a:t>
            </a:r>
          </a:p>
          <a:p>
            <a:pPr lvl="1"/>
            <a:endParaRPr lang="de-DE"/>
          </a:p>
        </p:txBody>
      </p:sp>
      <p:sp>
        <p:nvSpPr>
          <p:cNvPr id="16" name="Text Placeholder 5"/>
          <p:cNvSpPr>
            <a:spLocks noGrp="1"/>
          </p:cNvSpPr>
          <p:nvPr>
            <p:ph type="body" idx="17" hasCustomPrompt="1"/>
          </p:nvPr>
        </p:nvSpPr>
        <p:spPr>
          <a:xfrm>
            <a:off x="356400" y="4338000"/>
            <a:ext cx="2016000" cy="32400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FontTx/>
              <a:buNone/>
              <a:defRPr sz="1200" b="0"/>
            </a:lvl1pPr>
            <a:lvl2pPr marL="0" indent="0" algn="r" rtl="1">
              <a:lnSpc>
                <a:spcPct val="100000"/>
              </a:lnSpc>
              <a:buFontTx/>
              <a:buNone/>
              <a:defRPr sz="1200" b="0"/>
            </a:lvl2pPr>
            <a:lvl3pPr marL="0" indent="0">
              <a:lnSpc>
                <a:spcPct val="100000"/>
              </a:lnSpc>
              <a:buFontTx/>
              <a:buNone/>
              <a:defRPr/>
            </a:lvl3pPr>
            <a:lvl4pPr marL="0" indent="0">
              <a:lnSpc>
                <a:spcPct val="100000"/>
              </a:lnSpc>
              <a:buNone/>
              <a:defRPr/>
            </a:lvl4pPr>
            <a:lvl5pPr marL="0" indent="0">
              <a:lnSpc>
                <a:spcPct val="100000"/>
              </a:lnSpc>
              <a:buFontTx/>
              <a:buNone/>
              <a:defRPr/>
            </a:lvl5pPr>
            <a:lvl6pPr marL="0" indent="0">
              <a:lnSpc>
                <a:spcPct val="100000"/>
              </a:lnSpc>
              <a:buFontTx/>
              <a:buNone/>
              <a:defRPr/>
            </a:lvl6pPr>
          </a:lstStyle>
          <a:p>
            <a:pPr lvl="0"/>
            <a:r>
              <a:rPr lang="de-DE"/>
              <a:t>Bildunterschrift</a:t>
            </a:r>
            <a:br>
              <a:rPr lang="de-DE"/>
            </a:br>
            <a:r>
              <a:rPr lang="de-DE"/>
              <a:t>(12pt, max. 2-zeilig)</a:t>
            </a:r>
          </a:p>
          <a:p>
            <a:pPr lvl="1"/>
            <a:endParaRPr lang="de-DE"/>
          </a:p>
        </p:txBody>
      </p:sp>
      <p:sp>
        <p:nvSpPr>
          <p:cNvPr id="18" name="Text Placeholder 6"/>
          <p:cNvSpPr>
            <a:spLocks noGrp="1"/>
          </p:cNvSpPr>
          <p:nvPr>
            <p:ph type="body" idx="18" hasCustomPrompt="1"/>
          </p:nvPr>
        </p:nvSpPr>
        <p:spPr>
          <a:xfrm>
            <a:off x="2520000" y="4336000"/>
            <a:ext cx="2016000" cy="32400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FontTx/>
              <a:buNone/>
              <a:defRPr sz="1200" b="0"/>
            </a:lvl1pPr>
            <a:lvl2pPr marL="0" indent="0" algn="r" rtl="1">
              <a:lnSpc>
                <a:spcPct val="100000"/>
              </a:lnSpc>
              <a:buFontTx/>
              <a:buNone/>
              <a:defRPr sz="1200" b="0"/>
            </a:lvl2pPr>
            <a:lvl3pPr marL="0" indent="0">
              <a:lnSpc>
                <a:spcPct val="100000"/>
              </a:lnSpc>
              <a:buFontTx/>
              <a:buNone/>
              <a:defRPr/>
            </a:lvl3pPr>
            <a:lvl4pPr marL="0" indent="0">
              <a:lnSpc>
                <a:spcPct val="100000"/>
              </a:lnSpc>
              <a:buNone/>
              <a:defRPr/>
            </a:lvl4pPr>
            <a:lvl5pPr marL="0" indent="0">
              <a:lnSpc>
                <a:spcPct val="100000"/>
              </a:lnSpc>
              <a:buFontTx/>
              <a:buNone/>
              <a:defRPr/>
            </a:lvl5pPr>
            <a:lvl6pPr marL="0" indent="0">
              <a:lnSpc>
                <a:spcPct val="100000"/>
              </a:lnSpc>
              <a:buFontTx/>
              <a:buNone/>
              <a:defRPr/>
            </a:lvl6pPr>
          </a:lstStyle>
          <a:p>
            <a:pPr lvl="0"/>
            <a:r>
              <a:rPr lang="de-DE"/>
              <a:t>Bildunterschrift</a:t>
            </a:r>
            <a:br>
              <a:rPr lang="de-DE"/>
            </a:br>
            <a:r>
              <a:rPr lang="de-DE"/>
              <a:t>(12pt, max. 2-zeilig)</a:t>
            </a:r>
          </a:p>
          <a:p>
            <a:pPr lvl="1"/>
            <a:endParaRPr lang="de-DE"/>
          </a:p>
        </p:txBody>
      </p:sp>
      <p:sp>
        <p:nvSpPr>
          <p:cNvPr id="20" name="Text Placeholder 7"/>
          <p:cNvSpPr>
            <a:spLocks noGrp="1"/>
          </p:cNvSpPr>
          <p:nvPr>
            <p:ph type="body" idx="19" hasCustomPrompt="1"/>
          </p:nvPr>
        </p:nvSpPr>
        <p:spPr>
          <a:xfrm>
            <a:off x="4680000" y="4336000"/>
            <a:ext cx="2016000" cy="32400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FontTx/>
              <a:buNone/>
              <a:defRPr sz="1200" b="0"/>
            </a:lvl1pPr>
            <a:lvl2pPr marL="0" indent="0" algn="r" rtl="1">
              <a:lnSpc>
                <a:spcPct val="100000"/>
              </a:lnSpc>
              <a:buFontTx/>
              <a:buNone/>
              <a:defRPr sz="1200" b="0"/>
            </a:lvl2pPr>
            <a:lvl3pPr marL="0" indent="0">
              <a:lnSpc>
                <a:spcPct val="100000"/>
              </a:lnSpc>
              <a:buFontTx/>
              <a:buNone/>
              <a:defRPr/>
            </a:lvl3pPr>
            <a:lvl4pPr marL="0" indent="0">
              <a:lnSpc>
                <a:spcPct val="100000"/>
              </a:lnSpc>
              <a:buNone/>
              <a:defRPr/>
            </a:lvl4pPr>
            <a:lvl5pPr marL="0" indent="0">
              <a:lnSpc>
                <a:spcPct val="100000"/>
              </a:lnSpc>
              <a:buFontTx/>
              <a:buNone/>
              <a:defRPr/>
            </a:lvl5pPr>
            <a:lvl6pPr marL="0" indent="0">
              <a:lnSpc>
                <a:spcPct val="100000"/>
              </a:lnSpc>
              <a:buFontTx/>
              <a:buNone/>
              <a:defRPr/>
            </a:lvl6pPr>
          </a:lstStyle>
          <a:p>
            <a:pPr lvl="0"/>
            <a:r>
              <a:rPr lang="de-DE"/>
              <a:t>Bildunterschrift</a:t>
            </a:r>
            <a:br>
              <a:rPr lang="de-DE"/>
            </a:br>
            <a:r>
              <a:rPr lang="de-DE"/>
              <a:t>(12pt, max. 2-zeilig)</a:t>
            </a:r>
          </a:p>
          <a:p>
            <a:pPr lvl="1"/>
            <a:endParaRPr lang="de-DE"/>
          </a:p>
        </p:txBody>
      </p:sp>
      <p:sp>
        <p:nvSpPr>
          <p:cNvPr id="22" name="Text Placeholder 8"/>
          <p:cNvSpPr>
            <a:spLocks noGrp="1"/>
          </p:cNvSpPr>
          <p:nvPr>
            <p:ph type="body" idx="20" hasCustomPrompt="1"/>
          </p:nvPr>
        </p:nvSpPr>
        <p:spPr>
          <a:xfrm>
            <a:off x="6840000" y="4336000"/>
            <a:ext cx="2016000" cy="32400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FontTx/>
              <a:buNone/>
              <a:defRPr sz="1200" b="0"/>
            </a:lvl1pPr>
            <a:lvl2pPr marL="0" indent="0" algn="r" rtl="1">
              <a:lnSpc>
                <a:spcPct val="100000"/>
              </a:lnSpc>
              <a:buFontTx/>
              <a:buNone/>
              <a:defRPr sz="1200" b="0"/>
            </a:lvl2pPr>
            <a:lvl3pPr marL="0" indent="0">
              <a:lnSpc>
                <a:spcPct val="100000"/>
              </a:lnSpc>
              <a:buFontTx/>
              <a:buNone/>
              <a:defRPr/>
            </a:lvl3pPr>
            <a:lvl4pPr marL="0" indent="0">
              <a:lnSpc>
                <a:spcPct val="100000"/>
              </a:lnSpc>
              <a:buNone/>
              <a:defRPr/>
            </a:lvl4pPr>
            <a:lvl5pPr marL="0" indent="0">
              <a:lnSpc>
                <a:spcPct val="100000"/>
              </a:lnSpc>
              <a:buFontTx/>
              <a:buNone/>
              <a:defRPr/>
            </a:lvl5pPr>
            <a:lvl6pPr marL="0" indent="0">
              <a:lnSpc>
                <a:spcPct val="100000"/>
              </a:lnSpc>
              <a:buFontTx/>
              <a:buNone/>
              <a:defRPr/>
            </a:lvl6pPr>
          </a:lstStyle>
          <a:p>
            <a:pPr lvl="0"/>
            <a:r>
              <a:rPr lang="de-DE"/>
              <a:t>Bildunterschrift</a:t>
            </a:r>
            <a:br>
              <a:rPr lang="de-DE"/>
            </a:br>
            <a:r>
              <a:rPr lang="de-DE"/>
              <a:t>(12pt, max. 2-zeilig)</a:t>
            </a:r>
          </a:p>
          <a:p>
            <a:pPr lvl="1"/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de-DE"/>
              <a:t>16.04.2026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Workshop: Corporate Planning Process Optimization</a:t>
            </a:r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B76AC-E5DF-427C-ABDC-2F4FBD8E4B69}" type="slidenum">
              <a:rPr lang="de-DE" smtClean="0"/>
              <a:pPr/>
              <a:t>‹N°›</a:t>
            </a:fld>
            <a:endParaRPr lang="de-DE"/>
          </a:p>
        </p:txBody>
      </p:sp>
      <p:sp>
        <p:nvSpPr>
          <p:cNvPr id="6" name="Chapter 1">
            <a:extLst>
              <a:ext uri="{FF2B5EF4-FFF2-40B4-BE49-F238E27FC236}">
                <a16:creationId xmlns:a16="http://schemas.microsoft.com/office/drawing/2014/main" id="{BCD41B3E-B487-42DF-B17F-B8D118B40540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60000" y="36000"/>
            <a:ext cx="3168000" cy="205200"/>
          </a:xfrm>
        </p:spPr>
        <p:txBody>
          <a:bodyPr wrap="none">
            <a:noAutofit/>
          </a:bodyPr>
          <a:lstStyle>
            <a:lvl1pPr marL="0" indent="0">
              <a:buNone/>
              <a:defRPr sz="1400" spc="8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de-DE" sz="1400"/>
              <a:t>Text 14 pt, e.g. chapter no. &amp; chapter</a:t>
            </a:r>
          </a:p>
        </p:txBody>
      </p:sp>
    </p:spTree>
    <p:extLst>
      <p:ext uri="{BB962C8B-B14F-4D97-AF65-F5344CB8AC3E}">
        <p14:creationId xmlns:p14="http://schemas.microsoft.com/office/powerpoint/2010/main" val="2494623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57">
          <p15:clr>
            <a:srgbClr val="A4A3A4"/>
          </p15:clr>
        </p15:guide>
        <p15:guide id="2" pos="1497">
          <p15:clr>
            <a:srgbClr val="A4A3A4"/>
          </p15:clr>
        </p15:guide>
        <p15:guide id="3" pos="1587">
          <p15:clr>
            <a:srgbClr val="A4A3A4"/>
          </p15:clr>
        </p15:guide>
        <p15:guide id="4" pos="2948">
          <p15:clr>
            <a:srgbClr val="A4A3A4"/>
          </p15:clr>
        </p15:guide>
        <p15:guide id="5" pos="4218">
          <p15:clr>
            <a:srgbClr val="A4A3A4"/>
          </p15:clr>
        </p15:guide>
        <p15:guide id="6" pos="4309">
          <p15:clr>
            <a:srgbClr val="A4A3A4"/>
          </p15:clr>
        </p15:guide>
        <p15:guide id="7" orient="horz" pos="1846">
          <p15:clr>
            <a:srgbClr val="A4A3A4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image" Target="../media/image2.emf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image" Target="../media/image1.emf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650478DA-8DF4-3A85-30AD-417E422CA832}"/>
              </a:ext>
            </a:extLst>
          </p:cNvPr>
          <p:cNvGraphicFramePr>
            <a:graphicFrameLocks/>
          </p:cNvGraphicFramePr>
          <p:nvPr userDrawn="1">
            <p:custDataLst>
              <p:tags r:id="rId44"/>
            </p:custDataLst>
            <p:extLst>
              <p:ext uri="{D42A27DB-BD31-4B8C-83A1-F6EECF244321}">
                <p14:modId xmlns:p14="http://schemas.microsoft.com/office/powerpoint/2010/main" val="15501718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5" imgW="410" imgH="409" progId="TCLayout.ActiveDocument.1">
                  <p:embed/>
                </p:oleObj>
              </mc:Choice>
              <mc:Fallback>
                <p:oleObj name="think-cell Folie" r:id="rId45" imgW="410" imgH="409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50478DA-8DF4-3A85-30AD-417E422CA8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Raute 1">
            <a:extLst>
              <a:ext uri="{FF2B5EF4-FFF2-40B4-BE49-F238E27FC236}">
                <a16:creationId xmlns:a16="http://schemas.microsoft.com/office/drawing/2014/main" id="{13371E05-40BC-45CB-B6D8-96C90AA66DBF}"/>
              </a:ext>
            </a:extLst>
          </p:cNvPr>
          <p:cNvPicPr>
            <a:picLocks noChangeAspect="1"/>
          </p:cNvPicPr>
          <p:nvPr/>
        </p:nvPicPr>
        <p:blipFill>
          <a:blip r:embed="rId4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4798633"/>
            <a:ext cx="251805" cy="252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0000" y="288000"/>
            <a:ext cx="8496000" cy="702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de-DE"/>
              <a:t>Folientitel</a:t>
            </a:r>
            <a:br>
              <a:rPr lang="de-DE"/>
            </a:br>
            <a:r>
              <a:rPr lang="de-DE"/>
              <a:t>(27 pt, fett, max. 2-zeilig)</a:t>
            </a:r>
          </a:p>
        </p:txBody>
      </p:sp>
      <p:sp>
        <p:nvSpPr>
          <p:cNvPr id="3" name="Text Placeholder 1"/>
          <p:cNvSpPr>
            <a:spLocks noGrp="1"/>
          </p:cNvSpPr>
          <p:nvPr>
            <p:ph type="body" idx="1"/>
          </p:nvPr>
        </p:nvSpPr>
        <p:spPr>
          <a:xfrm>
            <a:off x="360000" y="1134000"/>
            <a:ext cx="8496000" cy="352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/>
              <a:t>Text (15 pt) eingeben oder Inhalt durch Symbol in der Mitte bestimmen (Bilder: Bitte folgenden Sie der Verknüpfung in Ihrem Bilderverzeichnis, nutzen Sie nur lizenzierte Bilder)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 err="1"/>
              <a:t>Dritte Ebene</a:t>
            </a:r>
          </a:p>
          <a:p>
            <a:pPr lvl="3"/>
            <a:r>
              <a:rPr lang="de-DE" err="1"/>
              <a:t>Vierte Ebene</a:t>
            </a:r>
          </a:p>
          <a:p>
            <a:pPr lvl="4"/>
            <a:r>
              <a:rPr lang="de-DE" err="1"/>
              <a:t>Fünfte Ebene</a:t>
            </a:r>
          </a:p>
          <a:p>
            <a:pPr lvl="5"/>
            <a:r>
              <a:rPr lang="de-DE" err="1"/>
              <a:t>Sechste Ebene</a:t>
            </a:r>
          </a:p>
          <a:p>
            <a:pPr lvl="6"/>
            <a:r>
              <a:rPr lang="de-DE" err="1"/>
              <a:t>Siebte Ebene</a:t>
            </a:r>
          </a:p>
          <a:p>
            <a:pPr lvl="7"/>
            <a:r>
              <a:rPr lang="de-DE" err="1"/>
              <a:t>Achte Ebene</a:t>
            </a:r>
          </a:p>
          <a:p>
            <a:pPr lvl="8"/>
            <a:r>
              <a:rPr lang="de-DE" err="1"/>
              <a:t>Neunte Ebene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034000" y="4860000"/>
            <a:ext cx="826000" cy="135000"/>
          </a:xfrm>
          <a:prstGeom prst="rect">
            <a:avLst/>
          </a:prstGeom>
        </p:spPr>
        <p:txBody>
          <a:bodyPr vert="horz" wrap="none" lIns="0" tIns="0" rIns="0" bIns="0" rtlCol="0" anchor="t" anchorCtr="0"/>
          <a:lstStyle>
            <a:lvl1pPr>
              <a:defRPr lang="de-DE" sz="1000" smtClean="0">
                <a:solidFill>
                  <a:schemeClr val="tx1"/>
                </a:solidFill>
              </a:defRPr>
            </a:lvl1pPr>
          </a:lstStyle>
          <a:p>
            <a:pPr algn="ctr"/>
            <a:r>
              <a:rPr lang="de-DE"/>
              <a:t>16.04.2026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62000" y="4860000"/>
            <a:ext cx="2952000" cy="135000"/>
          </a:xfrm>
          <a:prstGeom prst="rect">
            <a:avLst/>
          </a:prstGeom>
        </p:spPr>
        <p:txBody>
          <a:bodyPr vert="horz" wrap="none" lIns="0" tIns="0" rIns="0" bIns="0" rtlCol="0" anchor="t" anchorCtr="0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Workshop: Corporate Planning Process Optimization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6000" y="4860000"/>
            <a:ext cx="252000" cy="135000"/>
          </a:xfrm>
          <a:prstGeom prst="rect">
            <a:avLst/>
          </a:prstGeom>
        </p:spPr>
        <p:txBody>
          <a:bodyPr vert="horz" wrap="none" lIns="0" tIns="0" rIns="0" bIns="0" rtlCol="0" anchor="t" anchorCtr="0"/>
          <a:lstStyle>
            <a:lvl1pPr algn="l">
              <a:defRPr lang="de-DE" sz="1000" smtClean="0">
                <a:solidFill>
                  <a:schemeClr val="tx1"/>
                </a:solidFill>
              </a:defRPr>
            </a:lvl1pPr>
          </a:lstStyle>
          <a:p>
            <a:fld id="{57CB76AC-E5DF-427C-ABDC-2F4FBD8E4B69}" type="slidenum">
              <a:rPr lang="de-DE" smtClean="0"/>
              <a:pPr/>
              <a:t>‹N°›</a:t>
            </a:fld>
            <a:endParaRPr lang="de-DE"/>
          </a:p>
        </p:txBody>
      </p:sp>
      <p:sp>
        <p:nvSpPr>
          <p:cNvPr id="8" name="RS">
            <a:extLst>
              <a:ext uri="{FF2B5EF4-FFF2-40B4-BE49-F238E27FC236}">
                <a16:creationId xmlns:a16="http://schemas.microsoft.com/office/drawing/2014/main" id="{029FCEA5-63CE-4A2B-91C7-30BE6804F8A6}"/>
              </a:ext>
            </a:extLst>
          </p:cNvPr>
          <p:cNvSpPr txBox="1"/>
          <p:nvPr/>
        </p:nvSpPr>
        <p:spPr>
          <a:xfrm>
            <a:off x="918000" y="4842100"/>
            <a:ext cx="1114000" cy="153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de-DE" sz="10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00249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36" r:id="rId4"/>
    <p:sldLayoutId id="2147483741" r:id="rId5"/>
    <p:sldLayoutId id="2147483742" r:id="rId6"/>
    <p:sldLayoutId id="2147483744" r:id="rId7"/>
    <p:sldLayoutId id="2147483740" r:id="rId8"/>
    <p:sldLayoutId id="2147483704" r:id="rId9"/>
    <p:sldLayoutId id="2147483725" r:id="rId10"/>
    <p:sldLayoutId id="2147483724" r:id="rId11"/>
    <p:sldLayoutId id="2147483723" r:id="rId12"/>
    <p:sldLayoutId id="2147483705" r:id="rId13"/>
    <p:sldLayoutId id="2147483734" r:id="rId14"/>
    <p:sldLayoutId id="2147483706" r:id="rId15"/>
    <p:sldLayoutId id="2147483726" r:id="rId16"/>
    <p:sldLayoutId id="2147483707" r:id="rId17"/>
    <p:sldLayoutId id="2147483727" r:id="rId18"/>
    <p:sldLayoutId id="2147483708" r:id="rId19"/>
    <p:sldLayoutId id="2147483735" r:id="rId20"/>
    <p:sldLayoutId id="2147483709" r:id="rId21"/>
    <p:sldLayoutId id="2147483729" r:id="rId22"/>
    <p:sldLayoutId id="2147483710" r:id="rId23"/>
    <p:sldLayoutId id="2147483730" r:id="rId24"/>
    <p:sldLayoutId id="2147483731" r:id="rId25"/>
    <p:sldLayoutId id="2147483737" r:id="rId26"/>
    <p:sldLayoutId id="2147483738" r:id="rId27"/>
    <p:sldLayoutId id="2147483711" r:id="rId28"/>
    <p:sldLayoutId id="2147483712" r:id="rId29"/>
    <p:sldLayoutId id="2147483713" r:id="rId30"/>
    <p:sldLayoutId id="2147483714" r:id="rId31"/>
    <p:sldLayoutId id="2147483715" r:id="rId32"/>
    <p:sldLayoutId id="2147483739" r:id="rId33"/>
    <p:sldLayoutId id="2147483716" r:id="rId34"/>
    <p:sldLayoutId id="2147483717" r:id="rId35"/>
    <p:sldLayoutId id="2147483718" r:id="rId36"/>
    <p:sldLayoutId id="2147483719" r:id="rId37"/>
    <p:sldLayoutId id="2147483720" r:id="rId38"/>
    <p:sldLayoutId id="2147483721" r:id="rId39"/>
    <p:sldLayoutId id="2147483732" r:id="rId40"/>
    <p:sldLayoutId id="2147483733" r:id="rId41"/>
    <p:sldLayoutId id="2147483722" r:id="rId42"/>
  </p:sldLayoutIdLst>
  <p:hf sldNum="0"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700" b="1" kern="1200" cap="all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52000" indent="-252000" algn="l" defTabSz="914400" rtl="0" eaLnBrk="1" latinLnBrk="0" hangingPunct="1">
        <a:lnSpc>
          <a:spcPct val="105000"/>
        </a:lnSpc>
        <a:spcBef>
          <a:spcPts val="0"/>
        </a:spcBef>
        <a:spcAft>
          <a:spcPts val="400"/>
        </a:spcAft>
        <a:buSzPct val="90000"/>
        <a:buFont typeface="Arial" panose="020B0604020202020204" pitchFamily="34" charset="0"/>
        <a:buChar char="►"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0000" indent="-180000" algn="l" defTabSz="914400" rtl="0" eaLnBrk="1" latinLnBrk="0" hangingPunct="1">
        <a:lnSpc>
          <a:spcPct val="105000"/>
        </a:lnSpc>
        <a:spcBef>
          <a:spcPts val="0"/>
        </a:spcBef>
        <a:spcAft>
          <a:spcPts val="400"/>
        </a:spcAft>
        <a:buSzPct val="90000"/>
        <a:buFont typeface="Symbol" panose="05050102010706020507" pitchFamily="18" charset="2"/>
        <a:buChar char="-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630000" indent="-180000" algn="l" defTabSz="914400" rtl="0" eaLnBrk="1" latinLnBrk="0" hangingPunct="1">
        <a:lnSpc>
          <a:spcPct val="105000"/>
        </a:lnSpc>
        <a:spcBef>
          <a:spcPts val="0"/>
        </a:spcBef>
        <a:spcAft>
          <a:spcPts val="400"/>
        </a:spcAft>
        <a:buSzPct val="90000"/>
        <a:buFont typeface="Symbol" panose="05050102010706020507" pitchFamily="18" charset="2"/>
        <a:buChar char="-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810000" indent="-180000" algn="l" defTabSz="914400" rtl="0" eaLnBrk="1" latinLnBrk="0" hangingPunct="1">
        <a:lnSpc>
          <a:spcPct val="105000"/>
        </a:lnSpc>
        <a:spcBef>
          <a:spcPts val="0"/>
        </a:spcBef>
        <a:spcAft>
          <a:spcPts val="400"/>
        </a:spcAft>
        <a:buSzPct val="90000"/>
        <a:buFont typeface="Symbol" panose="05050102010706020507" pitchFamily="18" charset="2"/>
        <a:buChar char="-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990000" indent="-180000" algn="l" defTabSz="914400" rtl="0" eaLnBrk="1" latinLnBrk="0" hangingPunct="1">
        <a:lnSpc>
          <a:spcPct val="105000"/>
        </a:lnSpc>
        <a:spcBef>
          <a:spcPts val="0"/>
        </a:spcBef>
        <a:spcAft>
          <a:spcPts val="400"/>
        </a:spcAft>
        <a:buSzPct val="90000"/>
        <a:buFont typeface="Symbol" panose="05050102010706020507" pitchFamily="18" charset="2"/>
        <a:buChar char="-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170000" indent="-180000" algn="l" defTabSz="914400" rtl="0" eaLnBrk="1" latinLnBrk="0" hangingPunct="1">
        <a:lnSpc>
          <a:spcPct val="105000"/>
        </a:lnSpc>
        <a:spcBef>
          <a:spcPts val="0"/>
        </a:spcBef>
        <a:spcAft>
          <a:spcPts val="400"/>
        </a:spcAft>
        <a:buSzPct val="90000"/>
        <a:buFont typeface="Symbol" panose="05050102010706020507" pitchFamily="18" charset="2"/>
        <a:buChar char="-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1350000" indent="-180000" algn="l" defTabSz="914400" rtl="0" eaLnBrk="1" latinLnBrk="0" hangingPunct="1">
        <a:lnSpc>
          <a:spcPct val="105000"/>
        </a:lnSpc>
        <a:spcBef>
          <a:spcPts val="0"/>
        </a:spcBef>
        <a:spcAft>
          <a:spcPts val="400"/>
        </a:spcAft>
        <a:buSzPct val="90000"/>
        <a:buFont typeface="Symbol" panose="05050102010706020507" pitchFamily="18" charset="2"/>
        <a:buChar char="-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530000" indent="-180000" algn="l" defTabSz="914400" rtl="0" eaLnBrk="1" latinLnBrk="0" hangingPunct="1">
        <a:lnSpc>
          <a:spcPct val="105000"/>
        </a:lnSpc>
        <a:spcBef>
          <a:spcPts val="0"/>
        </a:spcBef>
        <a:spcAft>
          <a:spcPts val="400"/>
        </a:spcAft>
        <a:buSzPct val="90000"/>
        <a:buFont typeface="Symbol" panose="05050102010706020507" pitchFamily="18" charset="2"/>
        <a:buChar char="-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1710000" indent="-180000" algn="l" defTabSz="914400" rtl="0" eaLnBrk="1" latinLnBrk="0" hangingPunct="1">
        <a:lnSpc>
          <a:spcPct val="105000"/>
        </a:lnSpc>
        <a:spcBef>
          <a:spcPts val="0"/>
        </a:spcBef>
        <a:spcAft>
          <a:spcPts val="400"/>
        </a:spcAft>
        <a:buSzPct val="90000"/>
        <a:buFont typeface="Symbol" panose="05050102010706020507" pitchFamily="18" charset="2"/>
        <a:buChar char="-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27">
          <p15:clr>
            <a:srgbClr val="F26B43"/>
          </p15:clr>
        </p15:guide>
        <p15:guide id="3" pos="5580">
          <p15:clr>
            <a:srgbClr val="F26B43"/>
          </p15:clr>
        </p15:guide>
        <p15:guide id="4" orient="horz" pos="181">
          <p15:clr>
            <a:srgbClr val="F26B43"/>
          </p15:clr>
        </p15:guide>
        <p15:guide id="5" orient="horz" pos="624">
          <p15:clr>
            <a:srgbClr val="F26B43"/>
          </p15:clr>
        </p15:guide>
        <p15:guide id="6" orient="horz" pos="714">
          <p15:clr>
            <a:srgbClr val="F26B43"/>
          </p15:clr>
        </p15:guide>
        <p15:guide id="7" orient="horz" pos="293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4" Type="http://schemas.openxmlformats.org/officeDocument/2006/relationships/image" Target="../media/image11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oleObject" Target="../embeddings/oleObject3.bin"/><Relationship Id="rId7" Type="http://schemas.openxmlformats.org/officeDocument/2006/relationships/image" Target="../media/image15.sv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4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emf"/><Relationship Id="rId9" Type="http://schemas.openxmlformats.org/officeDocument/2006/relationships/image" Target="../media/image1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5.xml"/><Relationship Id="rId5" Type="http://schemas.openxmlformats.org/officeDocument/2006/relationships/image" Target="../media/image18.png"/><Relationship Id="rId4" Type="http://schemas.openxmlformats.org/officeDocument/2006/relationships/image" Target="../media/image11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6.xml"/><Relationship Id="rId4" Type="http://schemas.openxmlformats.org/officeDocument/2006/relationships/image" Target="../media/image11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7.xml"/><Relationship Id="rId4" Type="http://schemas.openxmlformats.org/officeDocument/2006/relationships/image" Target="../media/image11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8.xml"/><Relationship Id="rId4" Type="http://schemas.openxmlformats.org/officeDocument/2006/relationships/image" Target="../media/image11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9.xml"/><Relationship Id="rId5" Type="http://schemas.openxmlformats.org/officeDocument/2006/relationships/image" Target="../media/image19.png"/><Relationship Id="rId4" Type="http://schemas.openxmlformats.org/officeDocument/2006/relationships/image" Target="../media/image11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0.xml"/><Relationship Id="rId5" Type="http://schemas.openxmlformats.org/officeDocument/2006/relationships/image" Target="../media/image18.png"/><Relationship Id="rId4" Type="http://schemas.openxmlformats.org/officeDocument/2006/relationships/image" Target="../media/image11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1.xml"/><Relationship Id="rId1" Type="http://schemas.openxmlformats.org/officeDocument/2006/relationships/tags" Target="../tags/tag11.xml"/><Relationship Id="rId4" Type="http://schemas.openxmlformats.org/officeDocument/2006/relationships/image" Target="../media/image2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C3775EF7-B199-143D-2ADB-914B0945777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451436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51" imgH="351" progId="TCLayout.ActiveDocument.1">
                  <p:embed/>
                </p:oleObj>
              </mc:Choice>
              <mc:Fallback>
                <p:oleObj name="think-cell Folie" r:id="rId3" imgW="351" imgH="35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3775EF7-B199-143D-2ADB-914B094577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195C885-E9C8-0A18-4C65-A976942DEE3D}"/>
              </a:ext>
            </a:extLst>
          </p:cNvPr>
          <p:cNvSpPr>
            <a:spLocks noGrp="1"/>
          </p:cNvSpPr>
          <p:nvPr>
            <p:ph type="body" sz="quarter" idx="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68B62F-2E28-30D4-5EBD-4BFF4FBECD1A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/>
              <a:t>16.04.26</a:t>
            </a:r>
          </a:p>
          <a:p>
            <a:r>
              <a:rPr lang="en-US"/>
              <a:t>GF-KS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A249280-4E79-260A-D70A-9A46ADEFB0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 rIns="0"/>
          <a:lstStyle/>
          <a:p>
            <a:r>
              <a:rPr lang="en-US"/>
              <a:t>Corporate Planning Process Time Plan</a:t>
            </a:r>
            <a:br>
              <a:rPr lang="en-US" b="0"/>
            </a:br>
            <a:br>
              <a:rPr lang="en-US" b="0"/>
            </a:br>
            <a:r>
              <a:rPr lang="en-US" sz="2000"/>
              <a:t>VP Workshop 16.04.2026</a:t>
            </a:r>
            <a:endParaRPr lang="en-US"/>
          </a:p>
        </p:txBody>
      </p:sp>
      <p:sp>
        <p:nvSpPr>
          <p:cNvPr id="5" name="RS_Classification">
            <a:extLst>
              <a:ext uri="{FF2B5EF4-FFF2-40B4-BE49-F238E27FC236}">
                <a16:creationId xmlns:a16="http://schemas.microsoft.com/office/drawing/2014/main" id="{5E201833-A223-A6D4-6BCC-711CF7D2CF1F}"/>
              </a:ext>
            </a:extLst>
          </p:cNvPr>
          <p:cNvSpPr txBox="1"/>
          <p:nvPr/>
        </p:nvSpPr>
        <p:spPr>
          <a:xfrm>
            <a:off x="7272975" y="4832341"/>
            <a:ext cx="1871025" cy="211083"/>
          </a:xfrm>
          <a:prstGeom prst="rect">
            <a:avLst/>
          </a:prstGeom>
          <a:solidFill>
            <a:srgbClr val="F8F8F8"/>
          </a:solidFill>
        </p:spPr>
        <p:txBody>
          <a:bodyPr vert="horz" wrap="none" lIns="75565" tIns="35941" rIns="75565" bIns="35941" rtlCol="0" anchor="ctr">
            <a:spAutoFit/>
          </a:bodyPr>
          <a:lstStyle/>
          <a:p>
            <a:r>
              <a:rPr lang="en-US" sz="900" b="1" kern="100" spc="100"/>
              <a:t>COMPANY CONFIDENTIAL</a:t>
            </a:r>
          </a:p>
        </p:txBody>
      </p:sp>
    </p:spTree>
    <p:extLst>
      <p:ext uri="{BB962C8B-B14F-4D97-AF65-F5344CB8AC3E}">
        <p14:creationId xmlns:p14="http://schemas.microsoft.com/office/powerpoint/2010/main" val="1106078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7B25A-3CD5-D660-AB9B-36E2D4364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FE18F44F-D68C-95CF-2EE4-0B6A799FB13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27" imgH="327" progId="TCLayout.ActiveDocument.1">
                  <p:embed/>
                </p:oleObj>
              </mc:Choice>
              <mc:Fallback>
                <p:oleObj name="think-cell Folie" r:id="rId3" imgW="327" imgH="327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E18F44F-D68C-95CF-2EE4-0B6A799FB1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4F2BED4A-74A8-975D-7B89-F8BF2900C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/>
              <a:t>definitions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AB0D55B3-125F-E871-D9DF-22788425F368}"/>
              </a:ext>
            </a:extLst>
          </p:cNvPr>
          <p:cNvSpPr>
            <a:spLocks noGrp="1"/>
          </p:cNvSpPr>
          <p:nvPr>
            <p:ph type="body" sz="quarter" idx="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AA19F04-1833-4CE7-FB2C-6F5B7F953B21}"/>
              </a:ext>
            </a:extLst>
          </p:cNvPr>
          <p:cNvSpPr/>
          <p:nvPr/>
        </p:nvSpPr>
        <p:spPr>
          <a:xfrm>
            <a:off x="590550" y="1133475"/>
            <a:ext cx="8267700" cy="6338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Ins="6480000" rtlCol="0" anchor="ctr"/>
          <a:lstStyle/>
          <a:p>
            <a:r>
              <a:rPr lang="en-US" sz="1200" b="1">
                <a:solidFill>
                  <a:schemeClr val="tx1"/>
                </a:solidFill>
              </a:rPr>
              <a:t>Corporate Planning Process (CPP)</a:t>
            </a: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FBC6D87-A11E-C407-E9BC-7C1BC39C992D}"/>
              </a:ext>
            </a:extLst>
          </p:cNvPr>
          <p:cNvSpPr/>
          <p:nvPr/>
        </p:nvSpPr>
        <p:spPr>
          <a:xfrm>
            <a:off x="590550" y="1857278"/>
            <a:ext cx="8267700" cy="6338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Ins="6480000" rtlCol="0" anchor="ctr"/>
          <a:lstStyle/>
          <a:p>
            <a:r>
              <a:rPr lang="en-US" sz="1200" b="1">
                <a:solidFill>
                  <a:schemeClr val="tx1"/>
                </a:solidFill>
              </a:rPr>
              <a:t>Business plan (BP)</a:t>
            </a: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E068CE-CF94-BADB-DAF0-7B6D38866BFF}"/>
              </a:ext>
            </a:extLst>
          </p:cNvPr>
          <p:cNvSpPr/>
          <p:nvPr/>
        </p:nvSpPr>
        <p:spPr>
          <a:xfrm>
            <a:off x="590550" y="2581080"/>
            <a:ext cx="8267700" cy="6338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Ins="6480000" rtlCol="0" anchor="ctr"/>
          <a:lstStyle/>
          <a:p>
            <a:r>
              <a:rPr lang="en-US" sz="1200" b="1">
                <a:solidFill>
                  <a:schemeClr val="tx1"/>
                </a:solidFill>
                <a:ea typeface="Calibri" pitchFamily="34" charset="-122"/>
                <a:cs typeface="Calibri" pitchFamily="34" charset="-120"/>
              </a:rPr>
              <a:t>Targets</a:t>
            </a: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930F598-8113-4FEF-81E1-4D63F7CF8AA4}"/>
              </a:ext>
            </a:extLst>
          </p:cNvPr>
          <p:cNvSpPr/>
          <p:nvPr/>
        </p:nvSpPr>
        <p:spPr>
          <a:xfrm>
            <a:off x="590550" y="3304883"/>
            <a:ext cx="8267700" cy="6338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Ins="6480000" rtlCol="0" anchor="ctr"/>
          <a:lstStyle/>
          <a:p>
            <a:r>
              <a:rPr lang="en-US" sz="1200" b="1" err="1">
                <a:solidFill>
                  <a:schemeClr val="tx1"/>
                </a:solidFill>
                <a:ea typeface="Calibri" pitchFamily="34" charset="-122"/>
                <a:cs typeface="Calibri" pitchFamily="34" charset="-120"/>
              </a:rPr>
              <a:t>Wirtschaftsplan</a:t>
            </a:r>
            <a:r>
              <a:rPr lang="en-US" sz="1200" b="1">
                <a:solidFill>
                  <a:schemeClr val="tx1"/>
                </a:solidFill>
                <a:ea typeface="Calibri" pitchFamily="34" charset="-122"/>
                <a:cs typeface="Calibri" pitchFamily="34" charset="-120"/>
              </a:rPr>
              <a:t> (WP) / Budget </a:t>
            </a: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CB602A6-BF47-997D-1102-1A397A61D23C}"/>
              </a:ext>
            </a:extLst>
          </p:cNvPr>
          <p:cNvSpPr/>
          <p:nvPr/>
        </p:nvSpPr>
        <p:spPr>
          <a:xfrm>
            <a:off x="590550" y="4028685"/>
            <a:ext cx="8267700" cy="6338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Ins="6480000" rtlCol="0" anchor="ctr"/>
          <a:lstStyle/>
          <a:p>
            <a:r>
              <a:rPr lang="en-US" sz="1200" b="1">
                <a:solidFill>
                  <a:schemeClr val="tx1"/>
                </a:solidFill>
                <a:ea typeface="Calibri" pitchFamily="34" charset="-122"/>
                <a:cs typeface="Calibri" pitchFamily="34" charset="-120"/>
              </a:rPr>
              <a:t>Workstream 1 &amp; 2: Financial Planning Process</a:t>
            </a: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B8A716C-380B-7A1E-19A9-F7DF928429C9}"/>
              </a:ext>
            </a:extLst>
          </p:cNvPr>
          <p:cNvSpPr/>
          <p:nvPr/>
        </p:nvSpPr>
        <p:spPr>
          <a:xfrm>
            <a:off x="360000" y="1198376"/>
            <a:ext cx="504000" cy="504000"/>
          </a:xfrm>
          <a:prstGeom prst="ellips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50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A1A75E8-EBF5-7ECB-C888-B8883710E65D}"/>
              </a:ext>
            </a:extLst>
          </p:cNvPr>
          <p:cNvSpPr/>
          <p:nvPr/>
        </p:nvSpPr>
        <p:spPr>
          <a:xfrm>
            <a:off x="360000" y="1922179"/>
            <a:ext cx="504000" cy="504000"/>
          </a:xfrm>
          <a:prstGeom prst="ellips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50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FFD8810-3559-50A8-C939-5CB385CE4521}"/>
              </a:ext>
            </a:extLst>
          </p:cNvPr>
          <p:cNvSpPr/>
          <p:nvPr/>
        </p:nvSpPr>
        <p:spPr>
          <a:xfrm>
            <a:off x="360000" y="2645982"/>
            <a:ext cx="504000" cy="504000"/>
          </a:xfrm>
          <a:prstGeom prst="ellips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50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3BF28F7-A9AE-0D86-E90E-21C1B1764AC3}"/>
              </a:ext>
            </a:extLst>
          </p:cNvPr>
          <p:cNvSpPr/>
          <p:nvPr/>
        </p:nvSpPr>
        <p:spPr>
          <a:xfrm>
            <a:off x="360000" y="3369785"/>
            <a:ext cx="504000" cy="504000"/>
          </a:xfrm>
          <a:prstGeom prst="ellips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50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8CE76EA-8F78-7CE6-C8BE-3F5029392DFB}"/>
              </a:ext>
            </a:extLst>
          </p:cNvPr>
          <p:cNvSpPr/>
          <p:nvPr/>
        </p:nvSpPr>
        <p:spPr>
          <a:xfrm>
            <a:off x="360000" y="4093587"/>
            <a:ext cx="504000" cy="504000"/>
          </a:xfrm>
          <a:prstGeom prst="ellips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50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6C8EC8F-8E73-50F5-1735-437E802419C5}"/>
              </a:ext>
            </a:extLst>
          </p:cNvPr>
          <p:cNvCxnSpPr/>
          <p:nvPr/>
        </p:nvCxnSpPr>
        <p:spPr>
          <a:xfrm>
            <a:off x="2476500" y="1180376"/>
            <a:ext cx="0" cy="5400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2D6ABB1-EBEA-06F5-BBCB-04E9B4F6D1E1}"/>
              </a:ext>
            </a:extLst>
          </p:cNvPr>
          <p:cNvCxnSpPr/>
          <p:nvPr/>
        </p:nvCxnSpPr>
        <p:spPr>
          <a:xfrm>
            <a:off x="2476500" y="1904179"/>
            <a:ext cx="0" cy="5400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3A7CA55-7CA6-138B-7616-AE4A62F954BC}"/>
              </a:ext>
            </a:extLst>
          </p:cNvPr>
          <p:cNvCxnSpPr/>
          <p:nvPr/>
        </p:nvCxnSpPr>
        <p:spPr>
          <a:xfrm>
            <a:off x="2476500" y="2627982"/>
            <a:ext cx="0" cy="5400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3B035C2-6C69-16A5-5934-6CDC1B9CA7BB}"/>
              </a:ext>
            </a:extLst>
          </p:cNvPr>
          <p:cNvCxnSpPr/>
          <p:nvPr/>
        </p:nvCxnSpPr>
        <p:spPr>
          <a:xfrm>
            <a:off x="2476500" y="3351784"/>
            <a:ext cx="0" cy="5400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F9B35E9-8BAE-2757-02B5-692C3B9E0531}"/>
              </a:ext>
            </a:extLst>
          </p:cNvPr>
          <p:cNvCxnSpPr/>
          <p:nvPr/>
        </p:nvCxnSpPr>
        <p:spPr>
          <a:xfrm>
            <a:off x="2476500" y="4075587"/>
            <a:ext cx="0" cy="5400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Graphic 34" descr="Calculator outline">
            <a:extLst>
              <a:ext uri="{FF2B5EF4-FFF2-40B4-BE49-F238E27FC236}">
                <a16:creationId xmlns:a16="http://schemas.microsoft.com/office/drawing/2014/main" id="{2AFF5E9F-5F94-C2E6-870C-425B97FD5F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0400" y="3420185"/>
            <a:ext cx="403200" cy="403200"/>
          </a:xfrm>
          <a:prstGeom prst="rect">
            <a:avLst/>
          </a:prstGeom>
        </p:spPr>
      </p:pic>
      <p:pic>
        <p:nvPicPr>
          <p:cNvPr id="37" name="Graphic 36" descr="Bullseye outline">
            <a:extLst>
              <a:ext uri="{FF2B5EF4-FFF2-40B4-BE49-F238E27FC236}">
                <a16:creationId xmlns:a16="http://schemas.microsoft.com/office/drawing/2014/main" id="{73DC6950-BA92-93FC-F832-5AAEBEB3D6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0400" y="2696382"/>
            <a:ext cx="403200" cy="403200"/>
          </a:xfrm>
          <a:prstGeom prst="rect">
            <a:avLst/>
          </a:prstGeom>
        </p:spPr>
      </p:pic>
      <p:pic>
        <p:nvPicPr>
          <p:cNvPr id="39" name="Graphic 38" descr="Gantt Chart outline">
            <a:extLst>
              <a:ext uri="{FF2B5EF4-FFF2-40B4-BE49-F238E27FC236}">
                <a16:creationId xmlns:a16="http://schemas.microsoft.com/office/drawing/2014/main" id="{471F7DD7-C593-FE33-635D-EBCC5E3BA8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0400" y="1972579"/>
            <a:ext cx="403200" cy="403200"/>
          </a:xfrm>
          <a:prstGeom prst="rect">
            <a:avLst/>
          </a:prstGeom>
        </p:spPr>
      </p:pic>
      <p:pic>
        <p:nvPicPr>
          <p:cNvPr id="41" name="Graphic 40" descr="Chevron arrows outline">
            <a:extLst>
              <a:ext uri="{FF2B5EF4-FFF2-40B4-BE49-F238E27FC236}">
                <a16:creationId xmlns:a16="http://schemas.microsoft.com/office/drawing/2014/main" id="{A4E2BE13-D6D0-CC35-F571-F64FF511DB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0400" y="1248776"/>
            <a:ext cx="403200" cy="403200"/>
          </a:xfrm>
          <a:prstGeom prst="rect">
            <a:avLst/>
          </a:prstGeom>
        </p:spPr>
      </p:pic>
      <p:pic>
        <p:nvPicPr>
          <p:cNvPr id="42" name="Grafik 112">
            <a:extLst>
              <a:ext uri="{FF2B5EF4-FFF2-40B4-BE49-F238E27FC236}">
                <a16:creationId xmlns:a16="http://schemas.microsoft.com/office/drawing/2014/main" id="{985A87F4-55F8-7448-F034-BC0B540092B1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0400" y="4143987"/>
            <a:ext cx="403200" cy="4032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A79FACC-316C-72B5-50FD-065E23475499}"/>
              </a:ext>
            </a:extLst>
          </p:cNvPr>
          <p:cNvSpPr/>
          <p:nvPr/>
        </p:nvSpPr>
        <p:spPr>
          <a:xfrm>
            <a:off x="2609851" y="1133475"/>
            <a:ext cx="6246150" cy="6338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solidFill>
                  <a:schemeClr val="tx1"/>
                </a:solidFill>
                <a:ea typeface="Calibri" pitchFamily="34" charset="-122"/>
                <a:cs typeface="Calibri" pitchFamily="34" charset="-120"/>
              </a:rPr>
              <a:t>Describes the company-wide process for translating strategy into concrete goals, budgets, resource decisions and operational measures over the multi-year and annual period.</a:t>
            </a: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1653739-E552-6B4F-87A9-97C3937F58E4}"/>
              </a:ext>
            </a:extLst>
          </p:cNvPr>
          <p:cNvSpPr/>
          <p:nvPr/>
        </p:nvSpPr>
        <p:spPr>
          <a:xfrm>
            <a:off x="2609851" y="1857278"/>
            <a:ext cx="6246150" cy="6338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solidFill>
                  <a:schemeClr val="tx1"/>
                </a:solidFill>
                <a:ea typeface="Calibri" pitchFamily="34" charset="-122"/>
                <a:cs typeface="Calibri" pitchFamily="34" charset="-120"/>
              </a:rPr>
              <a:t>Refers to the yearly updated document (ppt, booklet, pdf…) that summarizes the 5-year strategy and financial perspective (incl. various additional information e.g. competitor analysis, business fields etc.).</a:t>
            </a: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6C0815B-4020-9275-F7AF-3E43E1E1978C}"/>
              </a:ext>
            </a:extLst>
          </p:cNvPr>
          <p:cNvSpPr/>
          <p:nvPr/>
        </p:nvSpPr>
        <p:spPr>
          <a:xfrm>
            <a:off x="2609851" y="2581080"/>
            <a:ext cx="6246150" cy="6338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solidFill>
                  <a:schemeClr val="tx1"/>
                </a:solidFill>
                <a:ea typeface="Calibri" pitchFamily="34" charset="-122"/>
                <a:cs typeface="Calibri" pitchFamily="34" charset="-120"/>
              </a:rPr>
              <a:t>Targets are binding quantitative or qualitative target values (e.g. revenue, earnings, OI) that are derived from the strategy and serve as a framework for planning.</a:t>
            </a: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95D1F9D-E04F-326E-A308-01FE0A897B5C}"/>
              </a:ext>
            </a:extLst>
          </p:cNvPr>
          <p:cNvSpPr/>
          <p:nvPr/>
        </p:nvSpPr>
        <p:spPr>
          <a:xfrm>
            <a:off x="2609851" y="3304883"/>
            <a:ext cx="6246150" cy="6338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solidFill>
                  <a:schemeClr val="tx1"/>
                </a:solidFill>
                <a:ea typeface="Calibri" pitchFamily="34" charset="-122"/>
                <a:cs typeface="Calibri" pitchFamily="34" charset="-120"/>
              </a:rPr>
              <a:t>The budget is the binding annual financial plan that specifically determines order income and revenue, costs, resources and investments for the coming financial year.</a:t>
            </a: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2E58D47-C00E-C49A-8D32-03C3C319511B}"/>
              </a:ext>
            </a:extLst>
          </p:cNvPr>
          <p:cNvSpPr/>
          <p:nvPr/>
        </p:nvSpPr>
        <p:spPr>
          <a:xfrm>
            <a:off x="2609851" y="4028685"/>
            <a:ext cx="6246150" cy="6338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solidFill>
                  <a:schemeClr val="tx1"/>
                </a:solidFill>
                <a:ea typeface="Calibri" pitchFamily="34" charset="-122"/>
                <a:cs typeface="Calibri" pitchFamily="34" charset="-120"/>
              </a:rPr>
              <a:t>This refers to the planning process that generates the figures for the five-year business plan, as well as the budgeting process and the relationship between the two.</a:t>
            </a: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8" name="RS_Classification">
            <a:extLst>
              <a:ext uri="{FF2B5EF4-FFF2-40B4-BE49-F238E27FC236}">
                <a16:creationId xmlns:a16="http://schemas.microsoft.com/office/drawing/2014/main" id="{0418D290-FA7A-C331-BA60-81469232DD3C}"/>
              </a:ext>
            </a:extLst>
          </p:cNvPr>
          <p:cNvSpPr txBox="1"/>
          <p:nvPr/>
        </p:nvSpPr>
        <p:spPr>
          <a:xfrm>
            <a:off x="7264446" y="4832341"/>
            <a:ext cx="1879554" cy="211083"/>
          </a:xfrm>
          <a:prstGeom prst="rect">
            <a:avLst/>
          </a:prstGeom>
          <a:solidFill>
            <a:srgbClr val="F8F8F8"/>
          </a:solidFill>
        </p:spPr>
        <p:txBody>
          <a:bodyPr vert="horz" wrap="none" lIns="75565" tIns="35941" rIns="75565" bIns="35941" rtlCol="0" anchor="ctr">
            <a:spAutoFit/>
          </a:bodyPr>
          <a:lstStyle/>
          <a:p>
            <a:r>
              <a:rPr lang="en-US" sz="900" b="1" kern="100" spc="100"/>
              <a:t>COMPANY CONFIDENTIAL</a:t>
            </a:r>
          </a:p>
        </p:txBody>
      </p:sp>
    </p:spTree>
    <p:extLst>
      <p:ext uri="{BB962C8B-B14F-4D97-AF65-F5344CB8AC3E}">
        <p14:creationId xmlns:p14="http://schemas.microsoft.com/office/powerpoint/2010/main" val="1603017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A59DE-F3FB-A901-0324-760DC2A2D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866370D0-E16A-9ECA-BFDD-0C40AE677126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51" imgH="351" progId="TCLayout.ActiveDocument.1">
                  <p:embed/>
                </p:oleObj>
              </mc:Choice>
              <mc:Fallback>
                <p:oleObj name="think-cell Folie" r:id="rId3" imgW="351" imgH="351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66370D0-E16A-9ECA-BFDD-0C40AE6771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1EFA2547-A378-3A75-B919-CF2AC4E32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/>
              <a:t>Budget Planning Milestones / Phases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A4F6F69-C82E-6FB7-78A7-895F9BD6B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de-DE"/>
              <a:t>16.04.2026</a:t>
            </a:r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C18C194-A048-23F7-5772-DFAD54205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Workshop: Corporate Planning Process Optimization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6FEB1D0-FE9D-1265-FE60-C0334E28C25C}"/>
              </a:ext>
            </a:extLst>
          </p:cNvPr>
          <p:cNvSpPr>
            <a:spLocks noGrp="1"/>
          </p:cNvSpPr>
          <p:nvPr>
            <p:ph type="body" sz="quarter" idx="9"/>
          </p:nvPr>
        </p:nvSpPr>
        <p:spPr/>
        <p:txBody>
          <a:bodyPr/>
          <a:lstStyle/>
          <a:p>
            <a:r>
              <a:rPr lang="en-US"/>
              <a:t>Focus — Scope of the Analysis Phase </a:t>
            </a:r>
          </a:p>
          <a:p>
            <a:endParaRPr lang="en-US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E07F42A1-CFBE-6E5C-2FF6-A347A719CBD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1771"/>
          <a:stretch>
            <a:fillRect/>
          </a:stretch>
        </p:blipFill>
        <p:spPr>
          <a:xfrm>
            <a:off x="360362" y="1111252"/>
            <a:ext cx="8497887" cy="3587737"/>
          </a:xfrm>
          <a:prstGeom prst="rect">
            <a:avLst/>
          </a:prstGeom>
        </p:spPr>
      </p:pic>
      <p:sp>
        <p:nvSpPr>
          <p:cNvPr id="10" name="RS_Classification">
            <a:extLst>
              <a:ext uri="{FF2B5EF4-FFF2-40B4-BE49-F238E27FC236}">
                <a16:creationId xmlns:a16="http://schemas.microsoft.com/office/drawing/2014/main" id="{AABA7982-5982-6BEC-1A0D-052E3A15A671}"/>
              </a:ext>
            </a:extLst>
          </p:cNvPr>
          <p:cNvSpPr txBox="1"/>
          <p:nvPr/>
        </p:nvSpPr>
        <p:spPr>
          <a:xfrm>
            <a:off x="7272975" y="4832341"/>
            <a:ext cx="1871025" cy="211083"/>
          </a:xfrm>
          <a:prstGeom prst="rect">
            <a:avLst/>
          </a:prstGeom>
          <a:solidFill>
            <a:srgbClr val="F8F8F8"/>
          </a:solidFill>
        </p:spPr>
        <p:txBody>
          <a:bodyPr vert="horz" wrap="none" lIns="75565" tIns="35941" rIns="75565" bIns="35941" rtlCol="0" anchor="ctr">
            <a:spAutoFit/>
          </a:bodyPr>
          <a:lstStyle/>
          <a:p>
            <a:r>
              <a:rPr lang="en-US" sz="900" b="1" kern="100" spc="100"/>
              <a:t>COMPANY CONFIDENTIAL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EC02A22-272C-71AB-648D-2964E89DEF72}"/>
              </a:ext>
            </a:extLst>
          </p:cNvPr>
          <p:cNvSpPr txBox="1"/>
          <p:nvPr/>
        </p:nvSpPr>
        <p:spPr>
          <a:xfrm>
            <a:off x="6370982" y="149086"/>
            <a:ext cx="1143000" cy="3231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fr-FR" sz="1500" dirty="0" err="1">
                <a:solidFill>
                  <a:srgbClr val="FF0000"/>
                </a:solidFill>
              </a:rPr>
              <a:t>dsf</a:t>
            </a:r>
          </a:p>
        </p:txBody>
      </p:sp>
    </p:spTree>
    <p:extLst>
      <p:ext uri="{BB962C8B-B14F-4D97-AF65-F5344CB8AC3E}">
        <p14:creationId xmlns:p14="http://schemas.microsoft.com/office/powerpoint/2010/main" val="1750524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48ED2-0533-C6A4-A565-45847AE07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84FE96A9-E1D6-72E6-3AA0-7827C61C6C9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51" imgH="351" progId="TCLayout.ActiveDocument.1">
                  <p:embed/>
                </p:oleObj>
              </mc:Choice>
              <mc:Fallback>
                <p:oleObj name="think-cell Folie" r:id="rId3" imgW="351" imgH="351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66370D0-E16A-9ECA-BFDD-0C40AE6771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23E9A93-3302-6300-892C-B4836DFF4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de-DE"/>
              <a:t>16.04.2026</a:t>
            </a:r>
            <a:endParaRPr lang="en-US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CF3A801A-445E-3F5A-4EAC-21F3E2A26C83}"/>
              </a:ext>
            </a:extLst>
          </p:cNvPr>
          <p:cNvSpPr txBox="1"/>
          <p:nvPr/>
        </p:nvSpPr>
        <p:spPr>
          <a:xfrm>
            <a:off x="15891" y="2270"/>
            <a:ext cx="9036736" cy="47089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500" err="1"/>
              <a:t>Distinguishing</a:t>
            </a:r>
            <a:r>
              <a:rPr lang="fr-FR" sz="1500" dirty="0"/>
              <a:t> </a:t>
            </a:r>
            <a:r>
              <a:rPr lang="fr-FR" sz="1500" err="1"/>
              <a:t>between</a:t>
            </a:r>
            <a:r>
              <a:rPr lang="fr-FR" sz="1500"/>
              <a:t> 1-y and 5-y planning :</a:t>
            </a:r>
          </a:p>
          <a:p>
            <a:r>
              <a:rPr lang="fr-FR" sz="1500" dirty="0"/>
              <a:t>-</a:t>
            </a:r>
            <a:r>
              <a:rPr lang="fr-FR" sz="1500" dirty="0" err="1"/>
              <a:t>shares</a:t>
            </a:r>
            <a:r>
              <a:rPr lang="fr-FR" sz="1500" dirty="0"/>
              <a:t> all of </a:t>
            </a:r>
            <a:r>
              <a:rPr lang="fr-FR" sz="1500" dirty="0" err="1"/>
              <a:t>our</a:t>
            </a:r>
            <a:r>
              <a:rPr lang="fr-FR" sz="1500" dirty="0"/>
              <a:t> p. division  starts in </a:t>
            </a:r>
            <a:r>
              <a:rPr lang="fr-FR" sz="1500" dirty="0" err="1"/>
              <a:t>Februaary</a:t>
            </a:r>
            <a:r>
              <a:rPr lang="fr-FR" sz="1500" dirty="0"/>
              <a:t> at the end of the 5-year plan : XXX </a:t>
            </a:r>
            <a:r>
              <a:rPr lang="fr-FR" sz="1500" dirty="0" err="1"/>
              <a:t>presented</a:t>
            </a:r>
            <a:r>
              <a:rPr lang="fr-FR" sz="1500" dirty="0"/>
              <a:t> </a:t>
            </a:r>
            <a:r>
              <a:rPr lang="fr-FR" sz="1500" dirty="0" err="1"/>
              <a:t>it</a:t>
            </a:r>
            <a:r>
              <a:rPr lang="fr-FR" sz="1500" dirty="0"/>
              <a:t> </a:t>
            </a:r>
            <a:r>
              <a:rPr lang="fr-FR" sz="1500" dirty="0" err="1"/>
              <a:t>is</a:t>
            </a:r>
            <a:r>
              <a:rPr lang="fr-FR" sz="1500" dirty="0"/>
              <a:t> </a:t>
            </a:r>
            <a:r>
              <a:rPr lang="fr-FR" sz="1500" dirty="0" err="1"/>
              <a:t>then</a:t>
            </a:r>
            <a:r>
              <a:rPr lang="fr-FR" sz="1500" dirty="0"/>
              <a:t> sent to the </a:t>
            </a:r>
            <a:r>
              <a:rPr lang="fr-FR" sz="1500" dirty="0" err="1"/>
              <a:t>regions</a:t>
            </a:r>
            <a:r>
              <a:rPr lang="fr-FR" sz="1500" dirty="0"/>
              <a:t> : </a:t>
            </a:r>
            <a:r>
              <a:rPr lang="fr-FR" sz="1500" dirty="0" err="1"/>
              <a:t>there</a:t>
            </a:r>
            <a:r>
              <a:rPr lang="fr-FR" sz="1500" dirty="0"/>
              <a:t> are no standard formats the inputs </a:t>
            </a:r>
            <a:r>
              <a:rPr lang="fr-FR" sz="1500" dirty="0" err="1"/>
              <a:t>that</a:t>
            </a:r>
            <a:r>
              <a:rPr lang="fr-FR" sz="1500" dirty="0"/>
              <a:t> are </a:t>
            </a:r>
            <a:r>
              <a:rPr lang="fr-FR" sz="1500" dirty="0" err="1"/>
              <a:t>collected</a:t>
            </a:r>
            <a:r>
              <a:rPr lang="fr-FR" sz="1500" dirty="0"/>
              <a:t> </a:t>
            </a:r>
          </a:p>
          <a:p>
            <a:r>
              <a:rPr lang="fr-FR" sz="1500" dirty="0"/>
              <a:t>Emails and </a:t>
            </a:r>
            <a:r>
              <a:rPr lang="fr-FR" sz="1500" err="1"/>
              <a:t>excels</a:t>
            </a:r>
            <a:r>
              <a:rPr lang="fr-FR" sz="1500" dirty="0"/>
              <a:t> </a:t>
            </a:r>
            <a:r>
              <a:rPr lang="fr-FR" sz="1500" err="1"/>
              <a:t>that</a:t>
            </a:r>
            <a:r>
              <a:rPr lang="fr-FR" sz="1500"/>
              <a:t> are the </a:t>
            </a:r>
            <a:r>
              <a:rPr lang="fr-FR" sz="1500" err="1"/>
              <a:t>premises</a:t>
            </a:r>
            <a:r>
              <a:rPr lang="fr-FR" sz="1500" dirty="0"/>
              <a:t> </a:t>
            </a:r>
          </a:p>
          <a:p>
            <a:r>
              <a:rPr lang="fr-FR" sz="1500" dirty="0"/>
              <a:t>Budget v1 : </a:t>
            </a:r>
            <a:r>
              <a:rPr lang="fr-FR" sz="1500" dirty="0" err="1"/>
              <a:t>bottom</a:t>
            </a:r>
            <a:r>
              <a:rPr lang="fr-FR" sz="1500" dirty="0"/>
              <a:t> up </a:t>
            </a:r>
            <a:r>
              <a:rPr lang="fr-FR" sz="1500" dirty="0" err="1"/>
              <a:t>plannin</a:t>
            </a:r>
            <a:r>
              <a:rPr lang="fr-FR" sz="1500" dirty="0"/>
              <a:t>g</a:t>
            </a:r>
          </a:p>
          <a:p>
            <a:r>
              <a:rPr lang="fr-FR" sz="1500" dirty="0"/>
              <a:t>Some of the presentation are </a:t>
            </a:r>
            <a:r>
              <a:rPr lang="fr-FR" sz="1500" dirty="0" err="1"/>
              <a:t>shared</a:t>
            </a:r>
            <a:r>
              <a:rPr lang="fr-FR" sz="1500" dirty="0"/>
              <a:t> in the </a:t>
            </a:r>
            <a:r>
              <a:rPr lang="fr-FR" sz="1500" dirty="0" err="1"/>
              <a:t>company</a:t>
            </a:r>
            <a:endParaRPr lang="fr-FR" sz="1500" dirty="0"/>
          </a:p>
          <a:p>
            <a:r>
              <a:rPr lang="fr-FR" sz="1500" err="1"/>
              <a:t>Normally</a:t>
            </a:r>
            <a:r>
              <a:rPr lang="fr-FR" sz="1500" dirty="0"/>
              <a:t> </a:t>
            </a:r>
            <a:r>
              <a:rPr lang="fr-FR" sz="1500" err="1"/>
              <a:t>we</a:t>
            </a:r>
            <a:r>
              <a:rPr lang="fr-FR" sz="1500" dirty="0"/>
              <a:t> have a </a:t>
            </a:r>
            <a:r>
              <a:rPr lang="fr-FR" sz="1500" err="1"/>
              <a:t>growth</a:t>
            </a:r>
            <a:r>
              <a:rPr lang="fr-FR" sz="1500"/>
              <a:t> of 1 or 10%:</a:t>
            </a:r>
          </a:p>
          <a:p>
            <a:r>
              <a:rPr lang="fr-FR" sz="1500" dirty="0" err="1"/>
              <a:t>When</a:t>
            </a:r>
            <a:r>
              <a:rPr lang="fr-FR" sz="1500" dirty="0"/>
              <a:t> </a:t>
            </a:r>
            <a:r>
              <a:rPr lang="fr-FR" sz="1500" dirty="0" err="1"/>
              <a:t>they</a:t>
            </a:r>
            <a:r>
              <a:rPr lang="fr-FR" sz="1500" dirty="0"/>
              <a:t> </a:t>
            </a:r>
            <a:r>
              <a:rPr lang="fr-FR" sz="1500" dirty="0" err="1"/>
              <a:t>submit</a:t>
            </a:r>
            <a:r>
              <a:rPr lang="fr-FR" sz="1500" dirty="0"/>
              <a:t> the budget : </a:t>
            </a:r>
            <a:r>
              <a:rPr lang="fr-FR" sz="1500" dirty="0" err="1"/>
              <a:t>some</a:t>
            </a:r>
            <a:r>
              <a:rPr lang="fr-FR" sz="1500" dirty="0"/>
              <a:t> one </a:t>
            </a:r>
            <a:r>
              <a:rPr lang="fr-FR" sz="1500" dirty="0" err="1"/>
              <a:t>takes</a:t>
            </a:r>
            <a:r>
              <a:rPr lang="fr-FR" sz="1500" dirty="0"/>
              <a:t> the total and </a:t>
            </a:r>
            <a:r>
              <a:rPr lang="fr-FR" sz="1500" dirty="0" err="1"/>
              <a:t>adjust</a:t>
            </a:r>
            <a:r>
              <a:rPr lang="fr-FR" sz="1500" dirty="0"/>
              <a:t> and the second budget planning starts : </a:t>
            </a:r>
            <a:r>
              <a:rPr lang="fr-FR" sz="1500" dirty="0" err="1"/>
              <a:t>it's</a:t>
            </a:r>
            <a:r>
              <a:rPr lang="fr-FR" sz="1500" dirty="0"/>
              <a:t> about </a:t>
            </a:r>
            <a:r>
              <a:rPr lang="fr-FR" sz="1500" dirty="0" err="1"/>
              <a:t>iteration</a:t>
            </a:r>
            <a:endParaRPr lang="fr-FR" sz="1500" dirty="0"/>
          </a:p>
          <a:p>
            <a:r>
              <a:rPr lang="fr-FR" sz="1500" dirty="0"/>
              <a:t>Second budget : </a:t>
            </a:r>
            <a:r>
              <a:rPr lang="fr-FR" sz="1500" dirty="0" err="1"/>
              <a:t>target</a:t>
            </a:r>
            <a:r>
              <a:rPr lang="fr-FR" sz="1500" dirty="0"/>
              <a:t> of </a:t>
            </a:r>
            <a:r>
              <a:rPr lang="fr-FR" sz="1500" dirty="0" err="1"/>
              <a:t>alignment</a:t>
            </a:r>
            <a:r>
              <a:rPr lang="fr-FR" sz="1500" dirty="0"/>
              <a:t> in </a:t>
            </a:r>
            <a:r>
              <a:rPr lang="fr-FR" sz="1500" dirty="0" err="1"/>
              <a:t>july</a:t>
            </a:r>
            <a:r>
              <a:rPr lang="fr-FR" sz="1500" dirty="0"/>
              <a:t> : </a:t>
            </a:r>
            <a:r>
              <a:rPr lang="fr-FR" sz="1500" dirty="0" err="1"/>
              <a:t>see</a:t>
            </a:r>
            <a:r>
              <a:rPr lang="fr-FR" sz="1500" dirty="0"/>
              <a:t> the real issues </a:t>
            </a:r>
          </a:p>
          <a:p>
            <a:endParaRPr lang="fr-FR" sz="1500" dirty="0"/>
          </a:p>
          <a:p>
            <a:r>
              <a:rPr lang="fr-FR" sz="1500" dirty="0"/>
              <a:t>BP V2 : </a:t>
            </a:r>
            <a:r>
              <a:rPr lang="fr-FR" sz="1500" err="1"/>
              <a:t>sometimes</a:t>
            </a:r>
            <a:r>
              <a:rPr lang="fr-FR" sz="1500" dirty="0"/>
              <a:t> </a:t>
            </a:r>
            <a:r>
              <a:rPr lang="fr-FR" sz="1500" err="1"/>
              <a:t>bottom</a:t>
            </a:r>
            <a:r>
              <a:rPr lang="fr-FR" sz="1500" dirty="0"/>
              <a:t> up : put all the </a:t>
            </a:r>
            <a:r>
              <a:rPr lang="fr-FR" sz="1500" err="1"/>
              <a:t>stuff</a:t>
            </a:r>
            <a:r>
              <a:rPr lang="fr-FR" sz="1500"/>
              <a:t> in SAP </a:t>
            </a:r>
            <a:r>
              <a:rPr lang="fr-FR" sz="1500" err="1"/>
              <a:t>aligned</a:t>
            </a:r>
            <a:r>
              <a:rPr lang="fr-FR" sz="1500" dirty="0"/>
              <a:t> </a:t>
            </a:r>
          </a:p>
          <a:p>
            <a:r>
              <a:rPr lang="fr-FR" sz="1500" err="1"/>
              <a:t>Regions</a:t>
            </a:r>
            <a:r>
              <a:rPr lang="fr-FR" sz="1500" dirty="0"/>
              <a:t> : </a:t>
            </a:r>
            <a:r>
              <a:rPr lang="fr-FR" sz="1500" err="1"/>
              <a:t>calculates</a:t>
            </a:r>
            <a:r>
              <a:rPr lang="fr-FR" sz="1500"/>
              <a:t> : first clean the budget </a:t>
            </a:r>
          </a:p>
          <a:p>
            <a:endParaRPr lang="fr-FR" sz="1500" dirty="0"/>
          </a:p>
          <a:p>
            <a:r>
              <a:rPr lang="fr-FR" sz="1500" err="1"/>
              <a:t>What</a:t>
            </a:r>
            <a:r>
              <a:rPr lang="fr-FR" sz="1500" dirty="0"/>
              <a:t> </a:t>
            </a:r>
            <a:r>
              <a:rPr lang="fr-FR" sz="1500" err="1"/>
              <a:t>happens</a:t>
            </a:r>
            <a:r>
              <a:rPr lang="fr-FR" sz="1500" dirty="0"/>
              <a:t> </a:t>
            </a:r>
            <a:r>
              <a:rPr lang="fr-FR" sz="1500" err="1"/>
              <a:t>between</a:t>
            </a:r>
            <a:r>
              <a:rPr lang="fr-FR" sz="1500" dirty="0"/>
              <a:t> BPv1 en BPv2 ? More insights </a:t>
            </a:r>
            <a:r>
              <a:rPr lang="fr-FR" sz="1500" err="1"/>
              <a:t>from</a:t>
            </a:r>
            <a:r>
              <a:rPr lang="fr-FR" sz="1500"/>
              <a:t> the top : </a:t>
            </a:r>
          </a:p>
          <a:p>
            <a:pPr marL="285750" indent="-285750">
              <a:buFont typeface="Calibri"/>
              <a:buChar char="-"/>
            </a:pPr>
            <a:r>
              <a:rPr lang="fr-FR" sz="1500" dirty="0"/>
              <a:t>Is not </a:t>
            </a:r>
            <a:r>
              <a:rPr lang="fr-FR" sz="1500" dirty="0" err="1"/>
              <a:t>just</a:t>
            </a:r>
            <a:r>
              <a:rPr lang="fr-FR" sz="1500" dirty="0"/>
              <a:t> </a:t>
            </a:r>
            <a:r>
              <a:rPr lang="fr-FR" sz="1500" dirty="0" err="1"/>
              <a:t>formatting</a:t>
            </a:r>
            <a:r>
              <a:rPr lang="fr-FR" sz="1500" dirty="0"/>
              <a:t> for the output : first </a:t>
            </a:r>
            <a:r>
              <a:rPr lang="fr-FR" sz="1500" dirty="0" err="1"/>
              <a:t>step</a:t>
            </a:r>
            <a:r>
              <a:rPr lang="fr-FR" sz="1500" dirty="0"/>
              <a:t> li</a:t>
            </a:r>
          </a:p>
          <a:p>
            <a:pPr marL="285750" indent="-285750">
              <a:buFont typeface="Calibri"/>
              <a:buChar char="-"/>
            </a:pPr>
            <a:r>
              <a:rPr lang="fr-FR" sz="1500"/>
              <a:t>At the end of the budget : </a:t>
            </a:r>
          </a:p>
          <a:p>
            <a:pPr marL="285750" indent="-285750">
              <a:buFont typeface="Calibri"/>
              <a:buChar char="-"/>
            </a:pPr>
            <a:r>
              <a:rPr lang="fr-FR" sz="1500" dirty="0"/>
              <a:t>Try to </a:t>
            </a:r>
            <a:r>
              <a:rPr lang="fr-FR" sz="1500" err="1"/>
              <a:t>intergrate</a:t>
            </a:r>
            <a:r>
              <a:rPr lang="fr-FR" sz="1500" dirty="0"/>
              <a:t> AI </a:t>
            </a:r>
            <a:r>
              <a:rPr lang="fr-FR" sz="1500" err="1"/>
              <a:t>within</a:t>
            </a:r>
            <a:r>
              <a:rPr lang="fr-FR" sz="1500" dirty="0"/>
              <a:t> the </a:t>
            </a:r>
            <a:r>
              <a:rPr lang="fr-FR" sz="1500" err="1"/>
              <a:t>steps</a:t>
            </a:r>
            <a:r>
              <a:rPr lang="fr-FR" sz="1500" dirty="0"/>
              <a:t> : </a:t>
            </a:r>
            <a:r>
              <a:rPr lang="fr-FR" sz="1500" err="1"/>
              <a:t>where</a:t>
            </a:r>
            <a:r>
              <a:rPr lang="fr-FR" sz="1500"/>
              <a:t> the </a:t>
            </a:r>
            <a:r>
              <a:rPr lang="fr-FR" sz="1500" err="1"/>
              <a:t>numbers</a:t>
            </a:r>
            <a:r>
              <a:rPr lang="fr-FR" sz="1500"/>
              <a:t> come </a:t>
            </a:r>
            <a:r>
              <a:rPr lang="fr-FR" sz="1500" err="1"/>
              <a:t>from</a:t>
            </a:r>
            <a:r>
              <a:rPr lang="fr-FR" sz="1500"/>
              <a:t> ?</a:t>
            </a:r>
          </a:p>
          <a:p>
            <a:pPr marL="285750" indent="-285750">
              <a:buFont typeface="Calibri"/>
              <a:buChar char="-"/>
            </a:pPr>
            <a:r>
              <a:rPr lang="fr-FR" sz="1500" dirty="0" err="1"/>
              <a:t>Copying</a:t>
            </a:r>
            <a:r>
              <a:rPr lang="fr-FR" sz="1500" dirty="0"/>
              <a:t> the emails : </a:t>
            </a:r>
          </a:p>
          <a:p>
            <a:pPr marL="285750" indent="-285750">
              <a:buFont typeface="Calibri"/>
              <a:buChar char="-"/>
            </a:pPr>
            <a:endParaRPr lang="fr-FR" sz="1500" dirty="0"/>
          </a:p>
        </p:txBody>
      </p:sp>
    </p:spTree>
    <p:extLst>
      <p:ext uri="{BB962C8B-B14F-4D97-AF65-F5344CB8AC3E}">
        <p14:creationId xmlns:p14="http://schemas.microsoft.com/office/powerpoint/2010/main" val="3966085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0E9E6-52B0-39D6-A36A-E623FE889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4C516501-4D27-2397-C122-3703365D1A3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51" imgH="351" progId="TCLayout.ActiveDocument.1">
                  <p:embed/>
                </p:oleObj>
              </mc:Choice>
              <mc:Fallback>
                <p:oleObj name="think-cell Folie" r:id="rId3" imgW="351" imgH="351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4FE96A9-E1D6-72E6-3AA0-7827C61C6C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4EC9FA7-F991-E1FC-EC9B-F52B818A9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de-DE"/>
              <a:t>16.04.2026</a:t>
            </a:r>
            <a:endParaRPr lang="en-US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0A17A03A-6D5B-FC87-F0C7-F138B556D126}"/>
              </a:ext>
            </a:extLst>
          </p:cNvPr>
          <p:cNvSpPr txBox="1"/>
          <p:nvPr/>
        </p:nvSpPr>
        <p:spPr>
          <a:xfrm>
            <a:off x="210552" y="180474"/>
            <a:ext cx="8572500" cy="240065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500" dirty="0"/>
              <a:t>Template of </a:t>
            </a:r>
            <a:r>
              <a:rPr lang="fr-FR" sz="1500" err="1"/>
              <a:t>excel</a:t>
            </a:r>
            <a:r>
              <a:rPr lang="fr-FR" sz="1500" dirty="0"/>
              <a:t> : not the </a:t>
            </a:r>
            <a:r>
              <a:rPr lang="fr-FR" sz="1500" err="1"/>
              <a:t>combined</a:t>
            </a:r>
            <a:r>
              <a:rPr lang="fr-FR" sz="1500" dirty="0"/>
              <a:t> </a:t>
            </a:r>
            <a:r>
              <a:rPr lang="fr-FR" sz="1500" err="1"/>
              <a:t>work</a:t>
            </a:r>
            <a:r>
              <a:rPr lang="fr-FR" sz="1500" dirty="0"/>
              <a:t> : </a:t>
            </a:r>
            <a:r>
              <a:rPr lang="fr-FR" sz="1500" err="1"/>
              <a:t>every</a:t>
            </a:r>
            <a:r>
              <a:rPr lang="fr-FR" sz="1500"/>
              <a:t> one of the 200 people </a:t>
            </a:r>
            <a:endParaRPr lang="fr-FR" sz="1500" dirty="0" err="1"/>
          </a:p>
          <a:p>
            <a:endParaRPr lang="fr-FR" sz="1500" dirty="0"/>
          </a:p>
          <a:p>
            <a:endParaRPr lang="fr-FR" sz="1500" dirty="0"/>
          </a:p>
          <a:p>
            <a:r>
              <a:rPr lang="fr-FR" sz="1500" dirty="0"/>
              <a:t>Output </a:t>
            </a:r>
            <a:r>
              <a:rPr lang="fr-FR" sz="1500" dirty="0" err="1"/>
              <a:t>tool</a:t>
            </a:r>
            <a:r>
              <a:rPr lang="fr-FR" sz="1500" dirty="0"/>
              <a:t> : to </a:t>
            </a:r>
            <a:r>
              <a:rPr lang="fr-FR" sz="1500" dirty="0" err="1"/>
              <a:t>integrate</a:t>
            </a:r>
            <a:r>
              <a:rPr lang="fr-FR" sz="1500" dirty="0"/>
              <a:t> in SAP </a:t>
            </a:r>
          </a:p>
          <a:p>
            <a:r>
              <a:rPr lang="fr-FR" sz="1500" err="1"/>
              <a:t>Biggest</a:t>
            </a:r>
            <a:r>
              <a:rPr lang="fr-FR" sz="1500"/>
              <a:t> issue : combine and solve </a:t>
            </a:r>
          </a:p>
          <a:p>
            <a:endParaRPr lang="fr-FR" sz="1500" dirty="0"/>
          </a:p>
          <a:p>
            <a:r>
              <a:rPr lang="fr-FR" sz="1500" dirty="0"/>
              <a:t>Planning : 13 plastic</a:t>
            </a:r>
            <a:r>
              <a:rPr lang="fr-FR" sz="1500"/>
              <a:t> plan : </a:t>
            </a:r>
          </a:p>
          <a:p>
            <a:r>
              <a:rPr lang="fr-FR" sz="1500" dirty="0"/>
              <a:t>Google </a:t>
            </a:r>
            <a:r>
              <a:rPr lang="fr-FR" sz="1500" dirty="0" err="1"/>
              <a:t>difficulties</a:t>
            </a:r>
            <a:r>
              <a:rPr lang="fr-FR" sz="1500" dirty="0"/>
              <a:t> </a:t>
            </a:r>
            <a:r>
              <a:rPr lang="fr-FR" sz="1500" dirty="0" err="1"/>
              <a:t>what</a:t>
            </a:r>
            <a:r>
              <a:rPr lang="fr-FR" sz="1500" dirty="0"/>
              <a:t> are </a:t>
            </a:r>
          </a:p>
          <a:p>
            <a:r>
              <a:rPr lang="fr-FR" sz="1500" dirty="0"/>
              <a:t>Send </a:t>
            </a:r>
            <a:r>
              <a:rPr lang="fr-FR" sz="1500" dirty="0" err="1"/>
              <a:t>our</a:t>
            </a:r>
            <a:r>
              <a:rPr lang="fr-FR" sz="1500" dirty="0"/>
              <a:t> </a:t>
            </a:r>
            <a:r>
              <a:rPr lang="fr-FR" sz="1500" dirty="0" err="1"/>
              <a:t>ideas</a:t>
            </a:r>
            <a:r>
              <a:rPr lang="fr-FR" sz="1500"/>
              <a:t> and get comments</a:t>
            </a:r>
          </a:p>
          <a:p>
            <a:endParaRPr lang="fr-FR" sz="1500" dirty="0"/>
          </a:p>
        </p:txBody>
      </p:sp>
    </p:spTree>
    <p:extLst>
      <p:ext uri="{BB962C8B-B14F-4D97-AF65-F5344CB8AC3E}">
        <p14:creationId xmlns:p14="http://schemas.microsoft.com/office/powerpoint/2010/main" val="3069516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B4F81-4008-B0F6-0C77-C4FDF360C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3A38017A-D3CD-77C5-02E5-E023C754840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51" imgH="351" progId="TCLayout.ActiveDocument.1">
                  <p:embed/>
                </p:oleObj>
              </mc:Choice>
              <mc:Fallback>
                <p:oleObj name="think-cell Folie" r:id="rId3" imgW="351" imgH="351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4FE96A9-E1D6-72E6-3AA0-7827C61C6C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98E433A-9837-38F2-7D8B-864E7D4BA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de-DE"/>
              <a:t>16.04.2026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863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8F383-9A67-E9AD-172D-511D19DD9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08CE9DDA-17BA-9AA9-5DE3-B8C9F4E3325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51" imgH="351" progId="TCLayout.ActiveDocument.1">
                  <p:embed/>
                </p:oleObj>
              </mc:Choice>
              <mc:Fallback>
                <p:oleObj name="think-cell Folie" r:id="rId3" imgW="351" imgH="351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8CE9DDA-17BA-9AA9-5DE3-B8C9F4E332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09D530F5-CE10-1CEA-10B2-042431A9D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/>
              <a:t>Budget Planning Milestones / Phases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2ADF13C-D620-E472-139E-0E8FC702A65F}"/>
              </a:ext>
            </a:extLst>
          </p:cNvPr>
          <p:cNvSpPr>
            <a:spLocks noGrp="1"/>
          </p:cNvSpPr>
          <p:nvPr>
            <p:ph type="body" sz="quarter" idx="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S_Classification">
            <a:extLst>
              <a:ext uri="{FF2B5EF4-FFF2-40B4-BE49-F238E27FC236}">
                <a16:creationId xmlns:a16="http://schemas.microsoft.com/office/drawing/2014/main" id="{15A4EDA1-6CE7-18A8-9D1A-61B2B9C35695}"/>
              </a:ext>
            </a:extLst>
          </p:cNvPr>
          <p:cNvSpPr txBox="1"/>
          <p:nvPr/>
        </p:nvSpPr>
        <p:spPr>
          <a:xfrm>
            <a:off x="7272975" y="4832341"/>
            <a:ext cx="1871025" cy="211083"/>
          </a:xfrm>
          <a:prstGeom prst="rect">
            <a:avLst/>
          </a:prstGeom>
          <a:solidFill>
            <a:srgbClr val="F8F8F8"/>
          </a:solidFill>
        </p:spPr>
        <p:txBody>
          <a:bodyPr vert="horz" wrap="none" lIns="75565" tIns="35941" rIns="75565" bIns="35941" rtlCol="0" anchor="ctr">
            <a:spAutoFit/>
          </a:bodyPr>
          <a:lstStyle/>
          <a:p>
            <a:r>
              <a:rPr lang="en-US" sz="900" b="1" kern="100" spc="100"/>
              <a:t>COMPANY CONFIDENTIAL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CC2D7970-0910-F21E-E1E4-261A6EB72A8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318" t="5599" r="6699" b="7555"/>
          <a:stretch>
            <a:fillRect/>
          </a:stretch>
        </p:blipFill>
        <p:spPr>
          <a:xfrm>
            <a:off x="2215559" y="1133475"/>
            <a:ext cx="4712882" cy="3529013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7FB44DB-5663-A910-3965-10C1CBBE0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de-DE"/>
              <a:t>16.04.2026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412C6EB-42FB-B6FB-08CF-82BE6AE71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Workshop: Corporate Planning Process Optimization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066246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B5E5C-583B-767C-2E57-9D915BA5E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B63F51D8-6A34-35FF-DDA9-AF1D24CC757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51" imgH="351" progId="TCLayout.ActiveDocument.1">
                  <p:embed/>
                </p:oleObj>
              </mc:Choice>
              <mc:Fallback>
                <p:oleObj name="think-cell Folie" r:id="rId3" imgW="351" imgH="351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63F51D8-6A34-35FF-DDA9-AF1D24CC75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3A09BC67-5C90-68F6-56AC-ADF0CDD8F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/>
              <a:t>Budget Planning Milestones / Phases - digital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F2576D6F-5AF4-8F2C-9517-0052C58083CB}"/>
              </a:ext>
            </a:extLst>
          </p:cNvPr>
          <p:cNvSpPr>
            <a:spLocks noGrp="1"/>
          </p:cNvSpPr>
          <p:nvPr>
            <p:ph type="body" sz="quarter" idx="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S_Classification">
            <a:extLst>
              <a:ext uri="{FF2B5EF4-FFF2-40B4-BE49-F238E27FC236}">
                <a16:creationId xmlns:a16="http://schemas.microsoft.com/office/drawing/2014/main" id="{1178CA31-FB24-FB5B-C396-0F19DF1844B3}"/>
              </a:ext>
            </a:extLst>
          </p:cNvPr>
          <p:cNvSpPr txBox="1"/>
          <p:nvPr/>
        </p:nvSpPr>
        <p:spPr>
          <a:xfrm>
            <a:off x="7272975" y="4832341"/>
            <a:ext cx="1871025" cy="211083"/>
          </a:xfrm>
          <a:prstGeom prst="rect">
            <a:avLst/>
          </a:prstGeom>
          <a:solidFill>
            <a:srgbClr val="F8F8F8"/>
          </a:solidFill>
        </p:spPr>
        <p:txBody>
          <a:bodyPr vert="horz" wrap="none" lIns="75565" tIns="35941" rIns="75565" bIns="35941" rtlCol="0" anchor="ctr">
            <a:spAutoFit/>
          </a:bodyPr>
          <a:lstStyle/>
          <a:p>
            <a:r>
              <a:rPr lang="en-US" sz="900" b="1" kern="100" spc="100"/>
              <a:t>COMPANY CONFIDENTIAL</a:t>
            </a:r>
          </a:p>
        </p:txBody>
      </p:sp>
      <p:grpSp>
        <p:nvGrpSpPr>
          <p:cNvPr id="43" name="Gruppieren 42">
            <a:extLst>
              <a:ext uri="{FF2B5EF4-FFF2-40B4-BE49-F238E27FC236}">
                <a16:creationId xmlns:a16="http://schemas.microsoft.com/office/drawing/2014/main" id="{3ADA8D43-EBA0-C796-C08F-9C42175CC2DB}"/>
              </a:ext>
            </a:extLst>
          </p:cNvPr>
          <p:cNvGrpSpPr>
            <a:grpSpLocks/>
          </p:cNvGrpSpPr>
          <p:nvPr/>
        </p:nvGrpSpPr>
        <p:grpSpPr>
          <a:xfrm>
            <a:off x="829179" y="1316907"/>
            <a:ext cx="7240129" cy="3216186"/>
            <a:chOff x="106803" y="1269606"/>
            <a:chExt cx="8517799" cy="3783748"/>
          </a:xfrm>
        </p:grpSpPr>
        <p:pic>
          <p:nvPicPr>
            <p:cNvPr id="9" name="Grafik 8">
              <a:extLst>
                <a:ext uri="{FF2B5EF4-FFF2-40B4-BE49-F238E27FC236}">
                  <a16:creationId xmlns:a16="http://schemas.microsoft.com/office/drawing/2014/main" id="{9742D4A1-8088-FD5D-0A15-E5C74C081E0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11771"/>
            <a:stretch>
              <a:fillRect/>
            </a:stretch>
          </p:blipFill>
          <p:spPr>
            <a:xfrm>
              <a:off x="788303" y="1269606"/>
              <a:ext cx="7602582" cy="3209746"/>
            </a:xfrm>
            <a:prstGeom prst="rect">
              <a:avLst/>
            </a:prstGeom>
          </p:spPr>
        </p:pic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3E3B58DA-85F2-3D88-92E7-8E469A9E503C}"/>
                </a:ext>
              </a:extLst>
            </p:cNvPr>
            <p:cNvSpPr/>
            <p:nvPr/>
          </p:nvSpPr>
          <p:spPr>
            <a:xfrm>
              <a:off x="2026166" y="2122672"/>
              <a:ext cx="669646" cy="252090"/>
            </a:xfrm>
            <a:prstGeom prst="rect">
              <a:avLst/>
            </a:prstGeom>
            <a:solidFill>
              <a:srgbClr val="92D050"/>
            </a:solidFill>
            <a:ln w="9176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7724" tIns="38862" rIns="77724" bIns="38862" rtlCol="0" anchor="ctr"/>
            <a:lstStyle/>
            <a:p>
              <a:pPr algn="ctr"/>
              <a:r>
                <a:rPr lang="en-US" sz="425">
                  <a:solidFill>
                    <a:schemeClr val="tx1"/>
                  </a:solidFill>
                </a:rPr>
                <a:t>Budget Planning w/o top-down guidance </a:t>
              </a:r>
            </a:p>
          </p:txBody>
        </p:sp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0346F28A-368B-0AF7-6426-873EA8863F0D}"/>
                </a:ext>
              </a:extLst>
            </p:cNvPr>
            <p:cNvSpPr/>
            <p:nvPr/>
          </p:nvSpPr>
          <p:spPr>
            <a:xfrm>
              <a:off x="2229651" y="4509917"/>
              <a:ext cx="669646" cy="252090"/>
            </a:xfrm>
            <a:prstGeom prst="rect">
              <a:avLst/>
            </a:prstGeom>
            <a:solidFill>
              <a:srgbClr val="FFFF00"/>
            </a:solidFill>
            <a:ln w="9176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7724" tIns="38862" rIns="77724" bIns="38862" rtlCol="0" anchor="ctr"/>
            <a:lstStyle/>
            <a:p>
              <a:pPr algn="ctr"/>
              <a:r>
                <a:rPr lang="en-US" sz="425">
                  <a:solidFill>
                    <a:schemeClr val="tx1"/>
                  </a:solidFill>
                </a:rPr>
                <a:t>OI targets not well integrated in process</a:t>
              </a:r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6E1A4EDF-9C94-1F22-7736-51D1BACDE24A}"/>
                </a:ext>
              </a:extLst>
            </p:cNvPr>
            <p:cNvSpPr/>
            <p:nvPr/>
          </p:nvSpPr>
          <p:spPr>
            <a:xfrm>
              <a:off x="106803" y="2551256"/>
              <a:ext cx="669646" cy="25209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176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7724" tIns="38862" rIns="77724" bIns="38862" rtlCol="0" anchor="ctr"/>
            <a:lstStyle/>
            <a:p>
              <a:pPr algn="ctr"/>
              <a:r>
                <a:rPr lang="en-US" sz="425">
                  <a:solidFill>
                    <a:schemeClr val="tx1"/>
                  </a:solidFill>
                </a:rPr>
                <a:t>Ambition not supported</a:t>
              </a:r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9C074C67-F71D-C499-80C1-1A060CB9FF7F}"/>
                </a:ext>
              </a:extLst>
            </p:cNvPr>
            <p:cNvSpPr/>
            <p:nvPr/>
          </p:nvSpPr>
          <p:spPr>
            <a:xfrm>
              <a:off x="3821634" y="1948674"/>
              <a:ext cx="669646" cy="252090"/>
            </a:xfrm>
            <a:prstGeom prst="rect">
              <a:avLst/>
            </a:prstGeom>
            <a:solidFill>
              <a:srgbClr val="92D050"/>
            </a:solidFill>
            <a:ln w="9176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7724" tIns="38862" rIns="77724" bIns="38862" rtlCol="0" anchor="ctr"/>
            <a:lstStyle/>
            <a:p>
              <a:pPr algn="ctr"/>
              <a:r>
                <a:rPr lang="en-US" sz="425">
                  <a:solidFill>
                    <a:schemeClr val="tx1"/>
                  </a:solidFill>
                </a:rPr>
                <a:t>Outside-in vs inside-out</a:t>
              </a:r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9050B7B2-C714-B0FD-0058-EA2CE2CB69D5}"/>
                </a:ext>
              </a:extLst>
            </p:cNvPr>
            <p:cNvSpPr/>
            <p:nvPr/>
          </p:nvSpPr>
          <p:spPr>
            <a:xfrm>
              <a:off x="2229651" y="3078923"/>
              <a:ext cx="669646" cy="252090"/>
            </a:xfrm>
            <a:prstGeom prst="rect">
              <a:avLst/>
            </a:prstGeom>
            <a:solidFill>
              <a:srgbClr val="5BC8FF"/>
            </a:solidFill>
            <a:ln w="9176">
              <a:solidFill>
                <a:srgbClr val="003C7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7724" tIns="38862" rIns="77724" bIns="38862" rtlCol="0" anchor="ctr"/>
            <a:lstStyle/>
            <a:p>
              <a:pPr algn="ctr"/>
              <a:r>
                <a:rPr lang="en-US" sz="425">
                  <a:solidFill>
                    <a:schemeClr val="tx1"/>
                  </a:solidFill>
                </a:rPr>
                <a:t>Business owner with limited steering power</a:t>
              </a:r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41D8BD91-C957-2A08-99EB-3AC479A9A214}"/>
                </a:ext>
              </a:extLst>
            </p:cNvPr>
            <p:cNvSpPr/>
            <p:nvPr/>
          </p:nvSpPr>
          <p:spPr>
            <a:xfrm>
              <a:off x="1944000" y="3640475"/>
              <a:ext cx="669646" cy="252090"/>
            </a:xfrm>
            <a:prstGeom prst="rect">
              <a:avLst/>
            </a:prstGeom>
            <a:solidFill>
              <a:srgbClr val="5BC8FF"/>
            </a:solidFill>
            <a:ln w="9176">
              <a:solidFill>
                <a:srgbClr val="003C7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7724" tIns="38862" rIns="77724" bIns="38862" rtlCol="0" anchor="ctr"/>
            <a:lstStyle/>
            <a:p>
              <a:pPr algn="ctr"/>
              <a:r>
                <a:rPr lang="en-US" sz="425">
                  <a:solidFill>
                    <a:schemeClr val="tx1"/>
                  </a:solidFill>
                </a:rPr>
                <a:t>Regional input for topline planning missing</a:t>
              </a:r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0DADCFDD-4726-48EE-3AFA-6584EB1E4DFD}"/>
                </a:ext>
              </a:extLst>
            </p:cNvPr>
            <p:cNvSpPr/>
            <p:nvPr/>
          </p:nvSpPr>
          <p:spPr>
            <a:xfrm>
              <a:off x="7395468" y="2993732"/>
              <a:ext cx="669646" cy="252090"/>
            </a:xfrm>
            <a:prstGeom prst="rect">
              <a:avLst/>
            </a:prstGeom>
            <a:solidFill>
              <a:srgbClr val="92D050"/>
            </a:solidFill>
            <a:ln w="9176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7724" tIns="38862" rIns="77724" bIns="38862" rtlCol="0" anchor="ctr"/>
            <a:lstStyle/>
            <a:p>
              <a:pPr algn="ctr"/>
              <a:r>
                <a:rPr lang="en-US" sz="425">
                  <a:solidFill>
                    <a:schemeClr val="tx1"/>
                  </a:solidFill>
                </a:rPr>
                <a:t>Adjustments at the end </a:t>
              </a:r>
            </a:p>
          </p:txBody>
        </p:sp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C92857C7-DC05-E37C-CA5B-48825C8893CA}"/>
                </a:ext>
              </a:extLst>
            </p:cNvPr>
            <p:cNvSpPr/>
            <p:nvPr/>
          </p:nvSpPr>
          <p:spPr>
            <a:xfrm>
              <a:off x="3468708" y="3154688"/>
              <a:ext cx="669646" cy="252090"/>
            </a:xfrm>
            <a:prstGeom prst="rect">
              <a:avLst/>
            </a:prstGeom>
            <a:solidFill>
              <a:srgbClr val="92D050"/>
            </a:solidFill>
            <a:ln w="9176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7724" tIns="38862" rIns="77724" bIns="38862" rtlCol="0" anchor="ctr"/>
            <a:lstStyle/>
            <a:p>
              <a:pPr algn="ctr"/>
              <a:r>
                <a:rPr lang="en-US" sz="425">
                  <a:solidFill>
                    <a:schemeClr val="tx1"/>
                  </a:solidFill>
                </a:rPr>
                <a:t>Budget </a:t>
              </a:r>
              <a:r>
                <a:rPr lang="en-US" sz="425" err="1">
                  <a:solidFill>
                    <a:schemeClr val="tx1"/>
                  </a:solidFill>
                </a:rPr>
                <a:t>Comittment</a:t>
              </a:r>
              <a:r>
                <a:rPr lang="en-US" sz="425">
                  <a:solidFill>
                    <a:schemeClr val="tx1"/>
                  </a:solidFill>
                </a:rPr>
                <a:t> &amp; Accountability</a:t>
              </a:r>
            </a:p>
          </p:txBody>
        </p:sp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FA1348A7-68D4-2C4D-C432-FCB91A581352}"/>
                </a:ext>
              </a:extLst>
            </p:cNvPr>
            <p:cNvSpPr/>
            <p:nvPr/>
          </p:nvSpPr>
          <p:spPr>
            <a:xfrm>
              <a:off x="5284474" y="2867687"/>
              <a:ext cx="669646" cy="252090"/>
            </a:xfrm>
            <a:prstGeom prst="rect">
              <a:avLst/>
            </a:prstGeom>
            <a:solidFill>
              <a:srgbClr val="92D050"/>
            </a:solidFill>
            <a:ln w="9176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7724" tIns="38862" rIns="77724" bIns="38862" rtlCol="0" anchor="ctr"/>
            <a:lstStyle/>
            <a:p>
              <a:pPr algn="ctr"/>
              <a:r>
                <a:rPr lang="en-US" sz="425">
                  <a:solidFill>
                    <a:schemeClr val="tx1"/>
                  </a:solidFill>
                </a:rPr>
                <a:t>Many low value iterations, few effective ones</a:t>
              </a:r>
            </a:p>
          </p:txBody>
        </p:sp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623DB136-B802-821D-0821-BF1851FC1529}"/>
                </a:ext>
              </a:extLst>
            </p:cNvPr>
            <p:cNvSpPr/>
            <p:nvPr/>
          </p:nvSpPr>
          <p:spPr>
            <a:xfrm>
              <a:off x="1944000" y="2796268"/>
              <a:ext cx="669646" cy="252090"/>
            </a:xfrm>
            <a:prstGeom prst="rect">
              <a:avLst/>
            </a:prstGeom>
            <a:solidFill>
              <a:srgbClr val="5BC8FF"/>
            </a:solidFill>
            <a:ln w="9176">
              <a:solidFill>
                <a:srgbClr val="003C7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7724" tIns="38862" rIns="77724" bIns="38862" rtlCol="0" anchor="ctr"/>
            <a:lstStyle/>
            <a:p>
              <a:pPr algn="ctr"/>
              <a:r>
                <a:rPr lang="en-US" sz="425">
                  <a:solidFill>
                    <a:schemeClr val="tx1"/>
                  </a:solidFill>
                </a:rPr>
                <a:t>Pre-alignment with controlling missing</a:t>
              </a:r>
            </a:p>
          </p:txBody>
        </p:sp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73F27EB5-A9B5-D37D-A447-36122C4D82AC}"/>
                </a:ext>
              </a:extLst>
            </p:cNvPr>
            <p:cNvSpPr/>
            <p:nvPr/>
          </p:nvSpPr>
          <p:spPr>
            <a:xfrm>
              <a:off x="106803" y="1590399"/>
              <a:ext cx="669646" cy="25209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176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7724" tIns="38862" rIns="77724" bIns="38862" rtlCol="0" anchor="ctr"/>
            <a:lstStyle/>
            <a:p>
              <a:pPr algn="ctr"/>
              <a:r>
                <a:rPr lang="en-US" sz="425">
                  <a:solidFill>
                    <a:schemeClr val="tx1"/>
                  </a:solidFill>
                </a:rPr>
                <a:t>Planning myths and misaligned expectations</a:t>
              </a:r>
            </a:p>
          </p:txBody>
        </p:sp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2C6FD01D-60A6-5DE1-6FDD-3EC7C66AF808}"/>
                </a:ext>
              </a:extLst>
            </p:cNvPr>
            <p:cNvSpPr/>
            <p:nvPr/>
          </p:nvSpPr>
          <p:spPr>
            <a:xfrm>
              <a:off x="106803" y="1921884"/>
              <a:ext cx="669646" cy="25209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176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7724" tIns="38862" rIns="77724" bIns="38862" rtlCol="0" anchor="ctr"/>
            <a:lstStyle/>
            <a:p>
              <a:pPr algn="ctr"/>
              <a:r>
                <a:rPr lang="en-US" sz="425">
                  <a:solidFill>
                    <a:schemeClr val="tx1"/>
                  </a:solidFill>
                </a:rPr>
                <a:t>No documented e2e overview</a:t>
              </a:r>
            </a:p>
          </p:txBody>
        </p:sp>
        <p:sp>
          <p:nvSpPr>
            <p:cNvPr id="23" name="Rechteck 22">
              <a:extLst>
                <a:ext uri="{FF2B5EF4-FFF2-40B4-BE49-F238E27FC236}">
                  <a16:creationId xmlns:a16="http://schemas.microsoft.com/office/drawing/2014/main" id="{27C13D32-EB80-5030-746F-DAE5E2E73506}"/>
                </a:ext>
              </a:extLst>
            </p:cNvPr>
            <p:cNvSpPr/>
            <p:nvPr/>
          </p:nvSpPr>
          <p:spPr>
            <a:xfrm>
              <a:off x="3468708" y="3434294"/>
              <a:ext cx="669646" cy="25209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176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7724" tIns="38862" rIns="77724" bIns="38862" rtlCol="0" anchor="ctr"/>
            <a:lstStyle/>
            <a:p>
              <a:pPr algn="ctr"/>
              <a:r>
                <a:rPr lang="en-US" sz="425">
                  <a:solidFill>
                    <a:schemeClr val="tx1"/>
                  </a:solidFill>
                </a:rPr>
                <a:t>Effort vs value?</a:t>
              </a:r>
            </a:p>
          </p:txBody>
        </p:sp>
        <p:sp>
          <p:nvSpPr>
            <p:cNvPr id="24" name="Rechteck 23">
              <a:extLst>
                <a:ext uri="{FF2B5EF4-FFF2-40B4-BE49-F238E27FC236}">
                  <a16:creationId xmlns:a16="http://schemas.microsoft.com/office/drawing/2014/main" id="{B2D962A6-447F-B3A0-BEDD-8E2EF7DF0FFC}"/>
                </a:ext>
              </a:extLst>
            </p:cNvPr>
            <p:cNvSpPr/>
            <p:nvPr/>
          </p:nvSpPr>
          <p:spPr>
            <a:xfrm>
              <a:off x="106803" y="2236806"/>
              <a:ext cx="669646" cy="252090"/>
            </a:xfrm>
            <a:prstGeom prst="rect">
              <a:avLst/>
            </a:prstGeom>
            <a:solidFill>
              <a:srgbClr val="92D050"/>
            </a:solidFill>
            <a:ln w="9176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7724" tIns="38862" rIns="77724" bIns="38862" rtlCol="0" anchor="ctr"/>
            <a:lstStyle/>
            <a:p>
              <a:pPr algn="ctr"/>
              <a:r>
                <a:rPr lang="en-US" sz="425">
                  <a:solidFill>
                    <a:schemeClr val="tx1"/>
                  </a:solidFill>
                </a:rPr>
                <a:t>Planning not </a:t>
              </a:r>
              <a:r>
                <a:rPr lang="en-US" sz="425" err="1">
                  <a:solidFill>
                    <a:schemeClr val="tx1"/>
                  </a:solidFill>
                </a:rPr>
                <a:t>integerated</a:t>
              </a:r>
              <a:endParaRPr lang="en-US" sz="425">
                <a:solidFill>
                  <a:schemeClr val="tx1"/>
                </a:solidFill>
              </a:endParaRPr>
            </a:p>
          </p:txBody>
        </p:sp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142BAC06-3D03-7E63-1345-ED3C9EBAD689}"/>
                </a:ext>
              </a:extLst>
            </p:cNvPr>
            <p:cNvSpPr/>
            <p:nvPr/>
          </p:nvSpPr>
          <p:spPr>
            <a:xfrm>
              <a:off x="2229651" y="3358529"/>
              <a:ext cx="669646" cy="252090"/>
            </a:xfrm>
            <a:prstGeom prst="rect">
              <a:avLst/>
            </a:prstGeom>
            <a:solidFill>
              <a:srgbClr val="92D050"/>
            </a:solidFill>
            <a:ln w="9176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7724" tIns="38862" rIns="77724" bIns="38862" rtlCol="0" anchor="ctr"/>
            <a:lstStyle/>
            <a:p>
              <a:pPr algn="ctr"/>
              <a:r>
                <a:rPr lang="en-US" sz="425">
                  <a:solidFill>
                    <a:schemeClr val="tx1"/>
                  </a:solidFill>
                </a:rPr>
                <a:t>Planning should be data driven &amp; tool supported</a:t>
              </a:r>
            </a:p>
          </p:txBody>
        </p:sp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70A41687-C0BD-7396-E2CC-685D3CA59F0E}"/>
                </a:ext>
              </a:extLst>
            </p:cNvPr>
            <p:cNvSpPr/>
            <p:nvPr/>
          </p:nvSpPr>
          <p:spPr>
            <a:xfrm>
              <a:off x="7395468" y="3723814"/>
              <a:ext cx="669646" cy="252090"/>
            </a:xfrm>
            <a:prstGeom prst="rect">
              <a:avLst/>
            </a:prstGeom>
            <a:solidFill>
              <a:srgbClr val="92D050"/>
            </a:solidFill>
            <a:ln w="9176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7724" tIns="38862" rIns="77724" bIns="38862" rtlCol="0" anchor="ctr"/>
            <a:lstStyle/>
            <a:p>
              <a:pPr algn="ctr"/>
              <a:r>
                <a:rPr lang="en-US" sz="425">
                  <a:solidFill>
                    <a:schemeClr val="tx1"/>
                  </a:solidFill>
                </a:rPr>
                <a:t>PCR unequal Cost Center</a:t>
              </a:r>
            </a:p>
          </p:txBody>
        </p:sp>
        <p:sp>
          <p:nvSpPr>
            <p:cNvPr id="27" name="Rechteck 26">
              <a:extLst>
                <a:ext uri="{FF2B5EF4-FFF2-40B4-BE49-F238E27FC236}">
                  <a16:creationId xmlns:a16="http://schemas.microsoft.com/office/drawing/2014/main" id="{1709CAAA-6FAD-BF4B-B3CA-97D63D602B60}"/>
                </a:ext>
              </a:extLst>
            </p:cNvPr>
            <p:cNvSpPr/>
            <p:nvPr/>
          </p:nvSpPr>
          <p:spPr>
            <a:xfrm>
              <a:off x="2026166" y="1843905"/>
              <a:ext cx="669646" cy="252090"/>
            </a:xfrm>
            <a:prstGeom prst="rect">
              <a:avLst/>
            </a:prstGeom>
            <a:solidFill>
              <a:srgbClr val="5BC8FF"/>
            </a:solidFill>
            <a:ln w="9176">
              <a:solidFill>
                <a:srgbClr val="003C7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7724" tIns="38862" rIns="77724" bIns="38862" rtlCol="0" anchor="ctr"/>
            <a:lstStyle/>
            <a:p>
              <a:pPr algn="ctr"/>
              <a:r>
                <a:rPr lang="en-US" sz="340">
                  <a:solidFill>
                    <a:schemeClr val="tx1"/>
                  </a:solidFill>
                </a:rPr>
                <a:t>No documentation of BP assumptions decisions</a:t>
              </a:r>
            </a:p>
            <a:p>
              <a:pPr algn="ctr"/>
              <a:endParaRPr lang="en-US" sz="400">
                <a:solidFill>
                  <a:schemeClr val="tx1"/>
                </a:solidFill>
              </a:endParaRPr>
            </a:p>
          </p:txBody>
        </p:sp>
        <p:sp>
          <p:nvSpPr>
            <p:cNvPr id="28" name="Rechteck 27">
              <a:extLst>
                <a:ext uri="{FF2B5EF4-FFF2-40B4-BE49-F238E27FC236}">
                  <a16:creationId xmlns:a16="http://schemas.microsoft.com/office/drawing/2014/main" id="{C2F1CB20-213D-318D-A4D0-F4FDBF0ECB5F}"/>
                </a:ext>
              </a:extLst>
            </p:cNvPr>
            <p:cNvSpPr/>
            <p:nvPr/>
          </p:nvSpPr>
          <p:spPr>
            <a:xfrm>
              <a:off x="5569779" y="3930475"/>
              <a:ext cx="669646" cy="252090"/>
            </a:xfrm>
            <a:prstGeom prst="rect">
              <a:avLst/>
            </a:prstGeom>
            <a:solidFill>
              <a:srgbClr val="92D050"/>
            </a:solidFill>
            <a:ln w="9176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7724" tIns="38862" rIns="77724" bIns="38862" rtlCol="0" anchor="ctr"/>
            <a:lstStyle/>
            <a:p>
              <a:pPr algn="ctr"/>
              <a:r>
                <a:rPr lang="en-US" sz="425">
                  <a:solidFill>
                    <a:schemeClr val="tx1"/>
                  </a:solidFill>
                </a:rPr>
                <a:t>Budget review with Controlling missing (V2)</a:t>
              </a:r>
            </a:p>
          </p:txBody>
        </p:sp>
        <p:sp>
          <p:nvSpPr>
            <p:cNvPr id="29" name="Rechteck 28">
              <a:extLst>
                <a:ext uri="{FF2B5EF4-FFF2-40B4-BE49-F238E27FC236}">
                  <a16:creationId xmlns:a16="http://schemas.microsoft.com/office/drawing/2014/main" id="{943F11B4-B1A9-4421-79DB-1BE17C19C8F5}"/>
                </a:ext>
              </a:extLst>
            </p:cNvPr>
            <p:cNvSpPr/>
            <p:nvPr/>
          </p:nvSpPr>
          <p:spPr>
            <a:xfrm>
              <a:off x="2213903" y="2398505"/>
              <a:ext cx="669646" cy="25209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176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7724" tIns="38862" rIns="77724" bIns="38862" rtlCol="0" anchor="ctr"/>
            <a:lstStyle/>
            <a:p>
              <a:pPr algn="ctr"/>
              <a:r>
                <a:rPr lang="en-US" sz="425">
                  <a:solidFill>
                    <a:schemeClr val="tx1"/>
                  </a:solidFill>
                </a:rPr>
                <a:t>Budget planning w/o knowledge of BP</a:t>
              </a:r>
            </a:p>
          </p:txBody>
        </p:sp>
        <p:sp>
          <p:nvSpPr>
            <p:cNvPr id="31" name="Rechteck 30">
              <a:extLst>
                <a:ext uri="{FF2B5EF4-FFF2-40B4-BE49-F238E27FC236}">
                  <a16:creationId xmlns:a16="http://schemas.microsoft.com/office/drawing/2014/main" id="{FC11D96F-1E1A-66CF-B7F7-1D2E87075F32}"/>
                </a:ext>
              </a:extLst>
            </p:cNvPr>
            <p:cNvSpPr/>
            <p:nvPr/>
          </p:nvSpPr>
          <p:spPr>
            <a:xfrm>
              <a:off x="2229651" y="4801264"/>
              <a:ext cx="669646" cy="252090"/>
            </a:xfrm>
            <a:prstGeom prst="rect">
              <a:avLst/>
            </a:prstGeom>
            <a:solidFill>
              <a:srgbClr val="5BC8FF"/>
            </a:solidFill>
            <a:ln w="9176">
              <a:solidFill>
                <a:srgbClr val="003C7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7724" tIns="38862" rIns="77724" bIns="38862" rtlCol="0" anchor="ctr"/>
            <a:lstStyle/>
            <a:p>
              <a:pPr algn="ctr"/>
              <a:r>
                <a:rPr lang="en-US" sz="425">
                  <a:solidFill>
                    <a:schemeClr val="tx1"/>
                  </a:solidFill>
                </a:rPr>
                <a:t>Premises for BP w/o alignment</a:t>
              </a:r>
            </a:p>
          </p:txBody>
        </p:sp>
        <p:sp>
          <p:nvSpPr>
            <p:cNvPr id="3" name="Rechteck 2">
              <a:extLst>
                <a:ext uri="{FF2B5EF4-FFF2-40B4-BE49-F238E27FC236}">
                  <a16:creationId xmlns:a16="http://schemas.microsoft.com/office/drawing/2014/main" id="{BD358684-6F5D-1C03-E296-F427BAC325D6}"/>
                </a:ext>
              </a:extLst>
            </p:cNvPr>
            <p:cNvSpPr/>
            <p:nvPr/>
          </p:nvSpPr>
          <p:spPr>
            <a:xfrm>
              <a:off x="2229651" y="3931044"/>
              <a:ext cx="669646" cy="25209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176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7724" tIns="38862" rIns="77724" bIns="38862" rtlCol="0" anchor="ctr"/>
            <a:lstStyle/>
            <a:p>
              <a:r>
                <a:rPr lang="en-US" sz="340">
                  <a:solidFill>
                    <a:schemeClr val="tx1"/>
                  </a:solidFill>
                </a:rPr>
                <a:t>Transparency -&gt; unclear who needs to know what when</a:t>
              </a:r>
            </a:p>
          </p:txBody>
        </p:sp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23D2F8DF-523C-BCBB-FD62-AE6503E94C8C}"/>
                </a:ext>
              </a:extLst>
            </p:cNvPr>
            <p:cNvSpPr/>
            <p:nvPr/>
          </p:nvSpPr>
          <p:spPr>
            <a:xfrm>
              <a:off x="4156457" y="2867687"/>
              <a:ext cx="669646" cy="25209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176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7724" tIns="38862" rIns="77724" bIns="38862" rtlCol="0" anchor="ctr"/>
            <a:lstStyle/>
            <a:p>
              <a:r>
                <a:rPr lang="en-US" sz="425">
                  <a:solidFill>
                    <a:schemeClr val="tx1"/>
                  </a:solidFill>
                </a:rPr>
                <a:t>Inter company alignment lack</a:t>
              </a:r>
            </a:p>
          </p:txBody>
        </p:sp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99346DB3-78D3-51E0-D4DB-79814952AF07}"/>
                </a:ext>
              </a:extLst>
            </p:cNvPr>
            <p:cNvSpPr/>
            <p:nvPr/>
          </p:nvSpPr>
          <p:spPr>
            <a:xfrm>
              <a:off x="2229651" y="4213424"/>
              <a:ext cx="669646" cy="25209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176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7724" tIns="38862" rIns="77724" bIns="38862" rtlCol="0" anchor="ctr"/>
            <a:lstStyle/>
            <a:p>
              <a:pPr algn="ctr"/>
              <a:r>
                <a:rPr lang="en-US" sz="425">
                  <a:solidFill>
                    <a:schemeClr val="tx1"/>
                  </a:solidFill>
                </a:rPr>
                <a:t>Ad-hoc overruling</a:t>
              </a:r>
            </a:p>
          </p:txBody>
        </p:sp>
        <p:sp>
          <p:nvSpPr>
            <p:cNvPr id="30" name="Rechteck 29">
              <a:extLst>
                <a:ext uri="{FF2B5EF4-FFF2-40B4-BE49-F238E27FC236}">
                  <a16:creationId xmlns:a16="http://schemas.microsoft.com/office/drawing/2014/main" id="{631ACB49-1DB0-5897-A37A-D87CDA6EF9F2}"/>
                </a:ext>
              </a:extLst>
            </p:cNvPr>
            <p:cNvSpPr/>
            <p:nvPr/>
          </p:nvSpPr>
          <p:spPr>
            <a:xfrm>
              <a:off x="3468708" y="2588081"/>
              <a:ext cx="669646" cy="252090"/>
            </a:xfrm>
            <a:prstGeom prst="rect">
              <a:avLst/>
            </a:prstGeom>
            <a:solidFill>
              <a:srgbClr val="92D050"/>
            </a:solidFill>
            <a:ln w="9176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7724" tIns="38862" rIns="77724" bIns="38862" rtlCol="0" anchor="ctr"/>
            <a:lstStyle/>
            <a:p>
              <a:pPr algn="ctr"/>
              <a:r>
                <a:rPr lang="en-US" sz="425">
                  <a:solidFill>
                    <a:schemeClr val="tx1"/>
                  </a:solidFill>
                </a:rPr>
                <a:t>Planning should be data driven &amp; tool supported</a:t>
              </a:r>
            </a:p>
          </p:txBody>
        </p:sp>
        <p:sp>
          <p:nvSpPr>
            <p:cNvPr id="32" name="Rechteck 31">
              <a:extLst>
                <a:ext uri="{FF2B5EF4-FFF2-40B4-BE49-F238E27FC236}">
                  <a16:creationId xmlns:a16="http://schemas.microsoft.com/office/drawing/2014/main" id="{660D7D20-857C-D76D-A808-EEB20CA0428A}"/>
                </a:ext>
              </a:extLst>
            </p:cNvPr>
            <p:cNvSpPr/>
            <p:nvPr/>
          </p:nvSpPr>
          <p:spPr>
            <a:xfrm>
              <a:off x="3468708" y="2867687"/>
              <a:ext cx="669646" cy="252090"/>
            </a:xfrm>
            <a:prstGeom prst="rect">
              <a:avLst/>
            </a:prstGeom>
            <a:solidFill>
              <a:srgbClr val="92D050"/>
            </a:solidFill>
            <a:ln w="9176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7724" tIns="38862" rIns="77724" bIns="38862" rtlCol="0" anchor="ctr"/>
            <a:lstStyle/>
            <a:p>
              <a:pPr algn="ctr"/>
              <a:r>
                <a:rPr lang="en-US" sz="425">
                  <a:solidFill>
                    <a:schemeClr val="tx1"/>
                  </a:solidFill>
                </a:rPr>
                <a:t>Budget review with Controlling missing (V1)</a:t>
              </a:r>
            </a:p>
          </p:txBody>
        </p:sp>
        <p:sp>
          <p:nvSpPr>
            <p:cNvPr id="33" name="Rechteck 32">
              <a:extLst>
                <a:ext uri="{FF2B5EF4-FFF2-40B4-BE49-F238E27FC236}">
                  <a16:creationId xmlns:a16="http://schemas.microsoft.com/office/drawing/2014/main" id="{0AAEA527-C01C-A553-41E8-68777EE7669C}"/>
                </a:ext>
              </a:extLst>
            </p:cNvPr>
            <p:cNvSpPr/>
            <p:nvPr/>
          </p:nvSpPr>
          <p:spPr>
            <a:xfrm>
              <a:off x="3458785" y="3713900"/>
              <a:ext cx="669646" cy="252090"/>
            </a:xfrm>
            <a:prstGeom prst="rect">
              <a:avLst/>
            </a:prstGeom>
            <a:solidFill>
              <a:srgbClr val="FFFF00"/>
            </a:solidFill>
            <a:ln w="9176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7724" tIns="38862" rIns="77724" bIns="38862" rtlCol="0" anchor="ctr"/>
            <a:lstStyle/>
            <a:p>
              <a:pPr algn="ctr"/>
              <a:r>
                <a:rPr lang="en-US" sz="425">
                  <a:solidFill>
                    <a:schemeClr val="tx1"/>
                  </a:solidFill>
                </a:rPr>
                <a:t>OI targets not well integrated in process</a:t>
              </a:r>
            </a:p>
          </p:txBody>
        </p:sp>
        <p:sp>
          <p:nvSpPr>
            <p:cNvPr id="34" name="Rechteck 33">
              <a:extLst>
                <a:ext uri="{FF2B5EF4-FFF2-40B4-BE49-F238E27FC236}">
                  <a16:creationId xmlns:a16="http://schemas.microsoft.com/office/drawing/2014/main" id="{E974CECC-5071-90AC-CADB-D597EBBEFC64}"/>
                </a:ext>
              </a:extLst>
            </p:cNvPr>
            <p:cNvSpPr/>
            <p:nvPr/>
          </p:nvSpPr>
          <p:spPr>
            <a:xfrm>
              <a:off x="3458785" y="3989779"/>
              <a:ext cx="669646" cy="252090"/>
            </a:xfrm>
            <a:prstGeom prst="rect">
              <a:avLst/>
            </a:prstGeom>
            <a:solidFill>
              <a:srgbClr val="5BC8FF"/>
            </a:solidFill>
            <a:ln w="9176">
              <a:solidFill>
                <a:srgbClr val="003C7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7724" tIns="38862" rIns="77724" bIns="38862" rtlCol="0" anchor="ctr"/>
            <a:lstStyle/>
            <a:p>
              <a:pPr algn="ctr"/>
              <a:r>
                <a:rPr lang="en-US" sz="425">
                  <a:solidFill>
                    <a:schemeClr val="tx1"/>
                  </a:solidFill>
                </a:rPr>
                <a:t>Business owner with limited steering power</a:t>
              </a:r>
            </a:p>
          </p:txBody>
        </p:sp>
        <p:sp>
          <p:nvSpPr>
            <p:cNvPr id="35" name="Rechteck 34">
              <a:extLst>
                <a:ext uri="{FF2B5EF4-FFF2-40B4-BE49-F238E27FC236}">
                  <a16:creationId xmlns:a16="http://schemas.microsoft.com/office/drawing/2014/main" id="{5C54D087-FEEB-13FB-5B50-D6BCBF2BA7D0}"/>
                </a:ext>
              </a:extLst>
            </p:cNvPr>
            <p:cNvSpPr/>
            <p:nvPr/>
          </p:nvSpPr>
          <p:spPr>
            <a:xfrm>
              <a:off x="4720746" y="2593256"/>
              <a:ext cx="669646" cy="252090"/>
            </a:xfrm>
            <a:prstGeom prst="rect">
              <a:avLst/>
            </a:prstGeom>
            <a:solidFill>
              <a:srgbClr val="92D050"/>
            </a:solidFill>
            <a:ln w="9176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7724" tIns="38862" rIns="77724" bIns="38862" rtlCol="0" anchor="ctr"/>
            <a:lstStyle/>
            <a:p>
              <a:pPr algn="ctr"/>
              <a:r>
                <a:rPr lang="en-US" sz="425">
                  <a:solidFill>
                    <a:schemeClr val="tx1"/>
                  </a:solidFill>
                </a:rPr>
                <a:t>Planning not </a:t>
              </a:r>
              <a:r>
                <a:rPr lang="en-US" sz="425" err="1">
                  <a:solidFill>
                    <a:schemeClr val="tx1"/>
                  </a:solidFill>
                </a:rPr>
                <a:t>integerated</a:t>
              </a:r>
              <a:endParaRPr lang="en-US" sz="425">
                <a:solidFill>
                  <a:schemeClr val="tx1"/>
                </a:solidFill>
              </a:endParaRPr>
            </a:p>
          </p:txBody>
        </p:sp>
        <p:sp>
          <p:nvSpPr>
            <p:cNvPr id="37" name="Rechteck 36">
              <a:extLst>
                <a:ext uri="{FF2B5EF4-FFF2-40B4-BE49-F238E27FC236}">
                  <a16:creationId xmlns:a16="http://schemas.microsoft.com/office/drawing/2014/main" id="{41770389-8C94-AD07-0AF0-F596BF9397BE}"/>
                </a:ext>
              </a:extLst>
            </p:cNvPr>
            <p:cNvSpPr/>
            <p:nvPr/>
          </p:nvSpPr>
          <p:spPr>
            <a:xfrm>
              <a:off x="7884125" y="3119777"/>
              <a:ext cx="669646" cy="25209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176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7724" tIns="38862" rIns="77724" bIns="38862" rtlCol="0" anchor="ctr"/>
            <a:lstStyle/>
            <a:p>
              <a:pPr algn="ctr"/>
              <a:r>
                <a:rPr lang="en-US" sz="425">
                  <a:solidFill>
                    <a:schemeClr val="tx1"/>
                  </a:solidFill>
                </a:rPr>
                <a:t>Effort vs value?</a:t>
              </a:r>
            </a:p>
          </p:txBody>
        </p:sp>
        <p:sp>
          <p:nvSpPr>
            <p:cNvPr id="38" name="Rechteck 37">
              <a:extLst>
                <a:ext uri="{FF2B5EF4-FFF2-40B4-BE49-F238E27FC236}">
                  <a16:creationId xmlns:a16="http://schemas.microsoft.com/office/drawing/2014/main" id="{BD428975-27E3-9866-DBDB-8A411864908B}"/>
                </a:ext>
              </a:extLst>
            </p:cNvPr>
            <p:cNvSpPr/>
            <p:nvPr/>
          </p:nvSpPr>
          <p:spPr>
            <a:xfrm>
              <a:off x="7395468" y="3361328"/>
              <a:ext cx="669646" cy="252090"/>
            </a:xfrm>
            <a:prstGeom prst="rect">
              <a:avLst/>
            </a:prstGeom>
            <a:solidFill>
              <a:srgbClr val="92D050"/>
            </a:solidFill>
            <a:ln w="9176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7724" tIns="38862" rIns="77724" bIns="38862" rtlCol="0" anchor="ctr"/>
            <a:lstStyle/>
            <a:p>
              <a:pPr algn="ctr"/>
              <a:r>
                <a:rPr lang="en-US" sz="425">
                  <a:solidFill>
                    <a:schemeClr val="tx1"/>
                  </a:solidFill>
                </a:rPr>
                <a:t>Budget </a:t>
              </a:r>
              <a:r>
                <a:rPr lang="en-US" sz="425" err="1">
                  <a:solidFill>
                    <a:schemeClr val="tx1"/>
                  </a:solidFill>
                </a:rPr>
                <a:t>Comittment</a:t>
              </a:r>
              <a:r>
                <a:rPr lang="en-US" sz="425">
                  <a:solidFill>
                    <a:schemeClr val="tx1"/>
                  </a:solidFill>
                </a:rPr>
                <a:t> &amp; Accountability</a:t>
              </a:r>
            </a:p>
          </p:txBody>
        </p:sp>
        <p:sp>
          <p:nvSpPr>
            <p:cNvPr id="39" name="Rechteck 38">
              <a:extLst>
                <a:ext uri="{FF2B5EF4-FFF2-40B4-BE49-F238E27FC236}">
                  <a16:creationId xmlns:a16="http://schemas.microsoft.com/office/drawing/2014/main" id="{F7907FB9-4E3A-C2FD-AB25-E36648C25DCC}"/>
                </a:ext>
              </a:extLst>
            </p:cNvPr>
            <p:cNvSpPr/>
            <p:nvPr/>
          </p:nvSpPr>
          <p:spPr>
            <a:xfrm>
              <a:off x="7954956" y="3834297"/>
              <a:ext cx="669646" cy="25209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176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7724" tIns="38862" rIns="77724" bIns="38862" rtlCol="0" anchor="ctr"/>
            <a:lstStyle/>
            <a:p>
              <a:pPr algn="ctr"/>
              <a:r>
                <a:rPr lang="en-US" sz="425">
                  <a:solidFill>
                    <a:schemeClr val="tx1"/>
                  </a:solidFill>
                </a:rPr>
                <a:t>Effort vs value?</a:t>
              </a:r>
            </a:p>
          </p:txBody>
        </p:sp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AA27B821-4FBC-5CFF-29D5-4800D491300B}"/>
                </a:ext>
              </a:extLst>
            </p:cNvPr>
            <p:cNvSpPr/>
            <p:nvPr/>
          </p:nvSpPr>
          <p:spPr>
            <a:xfrm>
              <a:off x="7395468" y="4076803"/>
              <a:ext cx="669646" cy="25209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176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7724" tIns="38862" rIns="77724" bIns="38862" rtlCol="0" anchor="ctr"/>
            <a:lstStyle/>
            <a:p>
              <a:pPr algn="ctr"/>
              <a:r>
                <a:rPr lang="en-US" sz="425">
                  <a:solidFill>
                    <a:schemeClr val="tx1"/>
                  </a:solidFill>
                </a:rPr>
                <a:t>Ad-hoc overruling</a:t>
              </a:r>
            </a:p>
          </p:txBody>
        </p:sp>
        <p:sp>
          <p:nvSpPr>
            <p:cNvPr id="40" name="Rechteck 39">
              <a:extLst>
                <a:ext uri="{FF2B5EF4-FFF2-40B4-BE49-F238E27FC236}">
                  <a16:creationId xmlns:a16="http://schemas.microsoft.com/office/drawing/2014/main" id="{DCF890F2-206D-FFF9-0B7B-0E4327BE95CA}"/>
                </a:ext>
              </a:extLst>
            </p:cNvPr>
            <p:cNvSpPr/>
            <p:nvPr/>
          </p:nvSpPr>
          <p:spPr>
            <a:xfrm>
              <a:off x="5812978" y="4202848"/>
              <a:ext cx="669646" cy="252090"/>
            </a:xfrm>
            <a:prstGeom prst="rect">
              <a:avLst/>
            </a:prstGeom>
            <a:solidFill>
              <a:srgbClr val="FFFF00"/>
            </a:solidFill>
            <a:ln w="9176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7724" tIns="38862" rIns="77724" bIns="38862" rtlCol="0" anchor="ctr"/>
            <a:lstStyle/>
            <a:p>
              <a:pPr algn="ctr"/>
              <a:r>
                <a:rPr lang="en-US" sz="425">
                  <a:solidFill>
                    <a:schemeClr val="tx1"/>
                  </a:solidFill>
                </a:rPr>
                <a:t>OI targets not well integrated in process</a:t>
              </a:r>
            </a:p>
          </p:txBody>
        </p:sp>
        <p:sp>
          <p:nvSpPr>
            <p:cNvPr id="41" name="Rechteck 40">
              <a:extLst>
                <a:ext uri="{FF2B5EF4-FFF2-40B4-BE49-F238E27FC236}">
                  <a16:creationId xmlns:a16="http://schemas.microsoft.com/office/drawing/2014/main" id="{229D2EF0-FB8F-4A7C-CE0F-EED4D48EBA84}"/>
                </a:ext>
              </a:extLst>
            </p:cNvPr>
            <p:cNvSpPr/>
            <p:nvPr/>
          </p:nvSpPr>
          <p:spPr>
            <a:xfrm>
              <a:off x="5812978" y="4499635"/>
              <a:ext cx="669646" cy="252090"/>
            </a:xfrm>
            <a:prstGeom prst="rect">
              <a:avLst/>
            </a:prstGeom>
            <a:solidFill>
              <a:srgbClr val="5BC8FF"/>
            </a:solidFill>
            <a:ln w="9176">
              <a:solidFill>
                <a:srgbClr val="003C7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7724" tIns="38862" rIns="77724" bIns="38862" rtlCol="0" anchor="ctr"/>
            <a:lstStyle/>
            <a:p>
              <a:pPr algn="ctr"/>
              <a:r>
                <a:rPr lang="en-US" sz="425">
                  <a:solidFill>
                    <a:schemeClr val="tx1"/>
                  </a:solidFill>
                </a:rPr>
                <a:t>Business owner with limited steering power</a:t>
              </a:r>
            </a:p>
          </p:txBody>
        </p:sp>
      </p:grpSp>
      <p:sp>
        <p:nvSpPr>
          <p:cNvPr id="36" name="Datumsplatzhalter 35">
            <a:extLst>
              <a:ext uri="{FF2B5EF4-FFF2-40B4-BE49-F238E27FC236}">
                <a16:creationId xmlns:a16="http://schemas.microsoft.com/office/drawing/2014/main" id="{6D3924EA-FA54-084E-8EB7-F1E786906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de-DE"/>
              <a:t>16.04.2026</a:t>
            </a:r>
          </a:p>
        </p:txBody>
      </p:sp>
      <p:sp>
        <p:nvSpPr>
          <p:cNvPr id="42" name="Fußzeilenplatzhalter 41">
            <a:extLst>
              <a:ext uri="{FF2B5EF4-FFF2-40B4-BE49-F238E27FC236}">
                <a16:creationId xmlns:a16="http://schemas.microsoft.com/office/drawing/2014/main" id="{4BA23690-E948-97EF-37E5-5C880D663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Workshop: Corporate Planning Process Optimization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930603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94503-ECB3-33DC-4FD2-F034E6F32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67">
            <a:extLst>
              <a:ext uri="{FF2B5EF4-FFF2-40B4-BE49-F238E27FC236}">
                <a16:creationId xmlns:a16="http://schemas.microsoft.com/office/drawing/2014/main" id="{990F3086-E20B-E180-5EC6-FE9A7817106E}"/>
              </a:ext>
            </a:extLst>
          </p:cNvPr>
          <p:cNvSpPr/>
          <p:nvPr/>
        </p:nvSpPr>
        <p:spPr>
          <a:xfrm>
            <a:off x="360361" y="2089840"/>
            <a:ext cx="139701" cy="5823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en-US" sz="800" b="1">
                <a:solidFill>
                  <a:schemeClr val="tx1"/>
                </a:solidFill>
              </a:rPr>
              <a:t>Info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48F12F8-6930-7552-A8E4-7F6E81279E3D}"/>
              </a:ext>
            </a:extLst>
          </p:cNvPr>
          <p:cNvSpPr/>
          <p:nvPr/>
        </p:nvSpPr>
        <p:spPr>
          <a:xfrm>
            <a:off x="360361" y="2721160"/>
            <a:ext cx="139701" cy="8826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en-US" sz="800" b="1">
                <a:solidFill>
                  <a:schemeClr val="tx1"/>
                </a:solidFill>
              </a:rPr>
              <a:t>Input 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1E88917C-A80B-9FCC-8BAB-B9683D891010}"/>
              </a:ext>
            </a:extLst>
          </p:cNvPr>
          <p:cNvSpPr/>
          <p:nvPr/>
        </p:nvSpPr>
        <p:spPr>
          <a:xfrm>
            <a:off x="360361" y="3581428"/>
            <a:ext cx="139701" cy="629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en-US" sz="800" b="1">
                <a:solidFill>
                  <a:schemeClr val="tx1"/>
                </a:solidFill>
              </a:rPr>
              <a:t>Output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83094E91-CC4E-E931-9028-63C73A9DCF0F}"/>
              </a:ext>
            </a:extLst>
          </p:cNvPr>
          <p:cNvSpPr/>
          <p:nvPr/>
        </p:nvSpPr>
        <p:spPr>
          <a:xfrm>
            <a:off x="360361" y="4263002"/>
            <a:ext cx="139701" cy="3994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en-US" sz="800" b="1">
                <a:solidFill>
                  <a:schemeClr val="tx1"/>
                </a:solidFill>
              </a:rPr>
              <a:t>Owner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0E78E903-B496-310D-25F8-02EF1B7B2AC1}"/>
              </a:ext>
            </a:extLst>
          </p:cNvPr>
          <p:cNvSpPr/>
          <p:nvPr/>
        </p:nvSpPr>
        <p:spPr>
          <a:xfrm>
            <a:off x="1592199" y="1501140"/>
            <a:ext cx="966986" cy="31613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500" err="1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970729B8-7781-F1DA-F49E-52C141EC386F}"/>
              </a:ext>
            </a:extLst>
          </p:cNvPr>
          <p:cNvSpPr/>
          <p:nvPr/>
        </p:nvSpPr>
        <p:spPr>
          <a:xfrm>
            <a:off x="2631185" y="1501140"/>
            <a:ext cx="966986" cy="31613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500" err="1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806772EA-2982-6BC2-483A-4E4168125B15}"/>
              </a:ext>
            </a:extLst>
          </p:cNvPr>
          <p:cNvSpPr/>
          <p:nvPr/>
        </p:nvSpPr>
        <p:spPr>
          <a:xfrm>
            <a:off x="3670171" y="1501140"/>
            <a:ext cx="966986" cy="31613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500" err="1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EF33023A-671B-9951-6734-3BA5BE89E7D9}"/>
              </a:ext>
            </a:extLst>
          </p:cNvPr>
          <p:cNvSpPr/>
          <p:nvPr/>
        </p:nvSpPr>
        <p:spPr>
          <a:xfrm>
            <a:off x="4709157" y="1501140"/>
            <a:ext cx="966986" cy="31613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500" err="1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CEF6BCB7-C4B5-EE2B-F762-F2A4664685AB}"/>
              </a:ext>
            </a:extLst>
          </p:cNvPr>
          <p:cNvSpPr/>
          <p:nvPr/>
        </p:nvSpPr>
        <p:spPr>
          <a:xfrm>
            <a:off x="5748144" y="1501140"/>
            <a:ext cx="966986" cy="31613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500" err="1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544F38F4-DA07-693B-3225-C766A57D5247}"/>
              </a:ext>
            </a:extLst>
          </p:cNvPr>
          <p:cNvSpPr/>
          <p:nvPr/>
        </p:nvSpPr>
        <p:spPr>
          <a:xfrm>
            <a:off x="6787129" y="1501140"/>
            <a:ext cx="966986" cy="31613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500" err="1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66B3DFB9-1265-89CF-8AC9-8B1A45604857}"/>
              </a:ext>
            </a:extLst>
          </p:cNvPr>
          <p:cNvSpPr/>
          <p:nvPr/>
        </p:nvSpPr>
        <p:spPr>
          <a:xfrm>
            <a:off x="553213" y="1501140"/>
            <a:ext cx="966986" cy="31613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500" err="1"/>
          </a:p>
        </p:txBody>
      </p:sp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5A2FAAE2-217D-7377-C381-5A7733EA1C3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101666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95" imgH="394" progId="TCLayout.ActiveDocument.1">
                  <p:embed/>
                </p:oleObj>
              </mc:Choice>
              <mc:Fallback>
                <p:oleObj name="think-cell Folie" r:id="rId3" imgW="395" imgH="394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A2FAAE2-217D-7377-C381-5A7733EA1C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BEAA2B20-66A0-F7A0-AE43-49146070E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pPr fontAlgn="t">
              <a:defRPr/>
            </a:pPr>
            <a:r>
              <a:rPr lang="en-US"/>
              <a:t>Draft of </a:t>
            </a:r>
            <a:r>
              <a:rPr lang="en-US" err="1"/>
              <a:t>High-LEveL</a:t>
            </a:r>
            <a:r>
              <a:rPr lang="en-US"/>
              <a:t> Target Process with focus on Budget planning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C85AC7A-882B-6CCD-5B0E-8283163356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09191" y="4813918"/>
            <a:ext cx="826000" cy="135000"/>
          </a:xfrm>
        </p:spPr>
        <p:txBody>
          <a:bodyPr/>
          <a:lstStyle/>
          <a:p>
            <a:pPr algn="ctr"/>
            <a:r>
              <a:rPr lang="de-DE"/>
              <a:t>16.04.2026</a:t>
            </a:r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DB237C6-341B-8384-E198-3E9B2E4D9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67192" y="4822984"/>
            <a:ext cx="2952000" cy="135000"/>
          </a:xfrm>
        </p:spPr>
        <p:txBody>
          <a:bodyPr/>
          <a:lstStyle/>
          <a:p>
            <a:r>
              <a:rPr lang="en-US"/>
              <a:t>Workshop: Corporate Planning Process Optimization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5E558D66-3CDB-B8C9-DFA6-591FE3C14C88}"/>
              </a:ext>
            </a:extLst>
          </p:cNvPr>
          <p:cNvSpPr>
            <a:spLocks noGrp="1"/>
          </p:cNvSpPr>
          <p:nvPr>
            <p:ph type="body" sz="quarter" idx="9"/>
          </p:nvPr>
        </p:nvSpPr>
        <p:spPr/>
        <p:txBody>
          <a:bodyPr/>
          <a:lstStyle/>
          <a:p>
            <a:r>
              <a:rPr lang="en-US"/>
              <a:t>Brainstorming / Drafting Target process</a:t>
            </a:r>
          </a:p>
          <a:p>
            <a:endParaRPr lang="en-US"/>
          </a:p>
        </p:txBody>
      </p:sp>
      <p:sp>
        <p:nvSpPr>
          <p:cNvPr id="7" name="RS_Classification">
            <a:extLst>
              <a:ext uri="{FF2B5EF4-FFF2-40B4-BE49-F238E27FC236}">
                <a16:creationId xmlns:a16="http://schemas.microsoft.com/office/drawing/2014/main" id="{22EFF8ED-BFC5-A788-7ABA-F6C87DBCBE23}"/>
              </a:ext>
            </a:extLst>
          </p:cNvPr>
          <p:cNvSpPr txBox="1"/>
          <p:nvPr/>
        </p:nvSpPr>
        <p:spPr>
          <a:xfrm>
            <a:off x="7272975" y="4832341"/>
            <a:ext cx="1871025" cy="211083"/>
          </a:xfrm>
          <a:prstGeom prst="rect">
            <a:avLst/>
          </a:prstGeom>
          <a:solidFill>
            <a:srgbClr val="F8F8F8"/>
          </a:solidFill>
        </p:spPr>
        <p:txBody>
          <a:bodyPr vert="horz" wrap="none" lIns="75565" tIns="35941" rIns="75565" bIns="35941" rtlCol="0" anchor="ctr">
            <a:spAutoFit/>
          </a:bodyPr>
          <a:lstStyle/>
          <a:p>
            <a:r>
              <a:rPr lang="en-US" sz="900" b="1" kern="100" spc="100"/>
              <a:t>COMPANY CONFIDENTIAL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1ABAE8-31F6-1281-9E71-E29B13F098A2}"/>
              </a:ext>
            </a:extLst>
          </p:cNvPr>
          <p:cNvSpPr/>
          <p:nvPr/>
        </p:nvSpPr>
        <p:spPr>
          <a:xfrm>
            <a:off x="553213" y="1501141"/>
            <a:ext cx="966986" cy="457691"/>
          </a:xfrm>
          <a:prstGeom prst="rect">
            <a:avLst/>
          </a:prstGeom>
          <a:solidFill>
            <a:schemeClr val="accent1"/>
          </a:solidFill>
          <a:ln w="19050">
            <a:solidFill>
              <a:srgbClr val="0027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72000" rIns="36000" bIns="0" rtlCol="0" anchor="t"/>
          <a:lstStyle/>
          <a:p>
            <a:pPr algn="ctr"/>
            <a:r>
              <a:rPr lang="en-US" sz="800" b="1">
                <a:solidFill>
                  <a:schemeClr val="bg1"/>
                </a:solidFill>
              </a:rPr>
              <a:t>Business Plan </a:t>
            </a:r>
          </a:p>
          <a:p>
            <a:pPr algn="ctr"/>
            <a:r>
              <a:rPr lang="en-US" sz="800" b="1">
                <a:solidFill>
                  <a:schemeClr val="bg1"/>
                </a:solidFill>
              </a:rPr>
              <a:t>(Top-down)</a:t>
            </a:r>
            <a:br>
              <a:rPr lang="en-US" sz="800">
                <a:solidFill>
                  <a:schemeClr val="bg1"/>
                </a:solidFill>
              </a:rPr>
            </a:br>
            <a:endParaRPr lang="en-US" sz="80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FD9F8F-E601-5A7A-9C37-33A53002A8C0}"/>
              </a:ext>
            </a:extLst>
          </p:cNvPr>
          <p:cNvSpPr/>
          <p:nvPr/>
        </p:nvSpPr>
        <p:spPr>
          <a:xfrm>
            <a:off x="1592199" y="1501141"/>
            <a:ext cx="966986" cy="457691"/>
          </a:xfrm>
          <a:prstGeom prst="rect">
            <a:avLst/>
          </a:prstGeom>
          <a:solidFill>
            <a:schemeClr val="accent1"/>
          </a:solidFill>
          <a:ln w="19050">
            <a:solidFill>
              <a:srgbClr val="0027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72000" rIns="36000" bIns="0" rtlCol="0" anchor="t"/>
          <a:lstStyle/>
          <a:p>
            <a:pPr algn="ctr"/>
            <a:r>
              <a:rPr lang="en-US" sz="800" b="1">
                <a:solidFill>
                  <a:schemeClr val="bg1"/>
                </a:solidFill>
              </a:rPr>
              <a:t>Premises</a:t>
            </a:r>
          </a:p>
          <a:p>
            <a:pPr algn="ctr"/>
            <a:r>
              <a:rPr lang="en-US" sz="800" b="1">
                <a:solidFill>
                  <a:schemeClr val="bg1"/>
                </a:solidFill>
              </a:rPr>
              <a:t>Setting </a:t>
            </a:r>
            <a:br>
              <a:rPr lang="en-US" sz="800" b="1">
                <a:solidFill>
                  <a:schemeClr val="bg1"/>
                </a:solidFill>
              </a:rPr>
            </a:br>
            <a:endParaRPr lang="en-US" sz="800" b="1">
              <a:solidFill>
                <a:schemeClr val="bg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04D5DF5-F2D9-5AEF-6A60-33A1558DB612}"/>
              </a:ext>
            </a:extLst>
          </p:cNvPr>
          <p:cNvSpPr/>
          <p:nvPr/>
        </p:nvSpPr>
        <p:spPr>
          <a:xfrm>
            <a:off x="2631185" y="1501141"/>
            <a:ext cx="966986" cy="457691"/>
          </a:xfrm>
          <a:prstGeom prst="rect">
            <a:avLst/>
          </a:prstGeom>
          <a:solidFill>
            <a:schemeClr val="accent1"/>
          </a:solidFill>
          <a:ln w="19050">
            <a:solidFill>
              <a:srgbClr val="0027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72000" rIns="36000" bIns="0" rtlCol="0" anchor="t"/>
          <a:lstStyle/>
          <a:p>
            <a:pPr algn="ctr"/>
            <a:r>
              <a:rPr lang="en-US" sz="800" b="1">
                <a:solidFill>
                  <a:schemeClr val="bg1"/>
                </a:solidFill>
              </a:rPr>
              <a:t>Finetuning / Cascading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BDAB61F-B248-7098-9542-CA07940FAF6E}"/>
              </a:ext>
            </a:extLst>
          </p:cNvPr>
          <p:cNvSpPr/>
          <p:nvPr/>
        </p:nvSpPr>
        <p:spPr>
          <a:xfrm>
            <a:off x="3670171" y="1501141"/>
            <a:ext cx="966986" cy="457691"/>
          </a:xfrm>
          <a:prstGeom prst="rect">
            <a:avLst/>
          </a:prstGeom>
          <a:solidFill>
            <a:schemeClr val="accent1"/>
          </a:solidFill>
          <a:ln w="19050">
            <a:solidFill>
              <a:srgbClr val="0027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72000" rIns="36000" bIns="0" rtlCol="0" anchor="t"/>
          <a:lstStyle/>
          <a:p>
            <a:pPr algn="ctr"/>
            <a:r>
              <a:rPr lang="en-US" sz="800" b="1">
                <a:solidFill>
                  <a:schemeClr val="bg1"/>
                </a:solidFill>
              </a:rPr>
              <a:t>Bottom-Up Planning </a:t>
            </a:r>
          </a:p>
          <a:p>
            <a:pPr algn="ctr"/>
            <a:r>
              <a:rPr lang="en-US" sz="800" b="1">
                <a:solidFill>
                  <a:schemeClr val="bg1"/>
                </a:solidFill>
              </a:rPr>
              <a:t>(KST + PCR)</a:t>
            </a:r>
            <a:br>
              <a:rPr lang="en-US" sz="800" b="1">
                <a:solidFill>
                  <a:schemeClr val="bg1"/>
                </a:solidFill>
              </a:rPr>
            </a:br>
            <a:endParaRPr lang="en-US" sz="800" b="1">
              <a:solidFill>
                <a:schemeClr val="bg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306891A-2448-2697-9EA0-B0F4E99CE31D}"/>
              </a:ext>
            </a:extLst>
          </p:cNvPr>
          <p:cNvSpPr/>
          <p:nvPr/>
        </p:nvSpPr>
        <p:spPr>
          <a:xfrm>
            <a:off x="4709156" y="1501141"/>
            <a:ext cx="966986" cy="457691"/>
          </a:xfrm>
          <a:prstGeom prst="rect">
            <a:avLst/>
          </a:prstGeom>
          <a:solidFill>
            <a:schemeClr val="accent1"/>
          </a:solidFill>
          <a:ln w="19050">
            <a:solidFill>
              <a:srgbClr val="0027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72000" rIns="36000" bIns="0" rtlCol="0" anchor="t"/>
          <a:lstStyle/>
          <a:p>
            <a:pPr algn="ctr"/>
            <a:r>
              <a:rPr lang="en-US" sz="800" b="1">
                <a:solidFill>
                  <a:schemeClr val="bg1"/>
                </a:solidFill>
              </a:rPr>
              <a:t>Alignment &amp; Challenge (Plausibility)</a:t>
            </a:r>
            <a:br>
              <a:rPr lang="en-US" sz="800" b="1">
                <a:solidFill>
                  <a:schemeClr val="bg1"/>
                </a:solidFill>
              </a:rPr>
            </a:br>
            <a:endParaRPr lang="en-US" sz="800" b="1">
              <a:solidFill>
                <a:schemeClr val="bg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BE44459-2862-1D36-C580-90E23800FBBE}"/>
              </a:ext>
            </a:extLst>
          </p:cNvPr>
          <p:cNvSpPr/>
          <p:nvPr/>
        </p:nvSpPr>
        <p:spPr>
          <a:xfrm>
            <a:off x="5748143" y="1501141"/>
            <a:ext cx="966986" cy="457691"/>
          </a:xfrm>
          <a:prstGeom prst="rect">
            <a:avLst/>
          </a:prstGeom>
          <a:solidFill>
            <a:schemeClr val="accent1"/>
          </a:solidFill>
          <a:ln w="19050">
            <a:solidFill>
              <a:srgbClr val="0027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72000" rIns="36000" bIns="0" rtlCol="0" anchor="t"/>
          <a:lstStyle/>
          <a:p>
            <a:pPr algn="ctr"/>
            <a:r>
              <a:rPr lang="en-US" sz="800" b="1">
                <a:solidFill>
                  <a:schemeClr val="bg1"/>
                </a:solidFill>
              </a:rPr>
              <a:t>Decision &amp; </a:t>
            </a:r>
          </a:p>
          <a:p>
            <a:pPr algn="ctr"/>
            <a:r>
              <a:rPr lang="en-US" sz="800" b="1">
                <a:solidFill>
                  <a:schemeClr val="bg1"/>
                </a:solidFill>
              </a:rPr>
              <a:t>Sign-off (Alignment)</a:t>
            </a:r>
            <a:br>
              <a:rPr lang="en-US" sz="800" b="1">
                <a:solidFill>
                  <a:schemeClr val="bg1"/>
                </a:solidFill>
              </a:rPr>
            </a:br>
            <a:endParaRPr lang="en-US" sz="800" b="1">
              <a:solidFill>
                <a:schemeClr val="bg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8DFD780-0FB3-0B64-B8E4-68CAD1AAD211}"/>
              </a:ext>
            </a:extLst>
          </p:cNvPr>
          <p:cNvSpPr/>
          <p:nvPr/>
        </p:nvSpPr>
        <p:spPr>
          <a:xfrm>
            <a:off x="6787128" y="1501141"/>
            <a:ext cx="966986" cy="457691"/>
          </a:xfrm>
          <a:prstGeom prst="rect">
            <a:avLst/>
          </a:prstGeom>
          <a:solidFill>
            <a:schemeClr val="accent1"/>
          </a:solidFill>
          <a:ln w="19050">
            <a:solidFill>
              <a:srgbClr val="0027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72000" rIns="36000" bIns="0" rtlCol="0" anchor="t"/>
          <a:lstStyle/>
          <a:p>
            <a:pPr algn="ctr"/>
            <a:r>
              <a:rPr lang="en-US" sz="800" b="1">
                <a:solidFill>
                  <a:schemeClr val="bg1"/>
                </a:solidFill>
              </a:rPr>
              <a:t>Communication &amp; Cascade</a:t>
            </a:r>
            <a:br>
              <a:rPr lang="en-US" sz="800" b="1">
                <a:solidFill>
                  <a:schemeClr val="bg1"/>
                </a:solidFill>
              </a:rPr>
            </a:br>
            <a:endParaRPr lang="en-US" sz="800" b="1">
              <a:solidFill>
                <a:schemeClr val="bg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AB8B5EE-A048-E85E-B6DE-ACCACA20D76E}"/>
              </a:ext>
            </a:extLst>
          </p:cNvPr>
          <p:cNvSpPr/>
          <p:nvPr/>
        </p:nvSpPr>
        <p:spPr>
          <a:xfrm>
            <a:off x="553213" y="2011365"/>
            <a:ext cx="966986" cy="739262"/>
          </a:xfrm>
          <a:prstGeom prst="rect">
            <a:avLst/>
          </a:prstGeom>
          <a:solidFill>
            <a:srgbClr val="00B0F0"/>
          </a:solidFill>
          <a:ln w="19050">
            <a:solidFill>
              <a:srgbClr val="0027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algn="ctr"/>
            <a:r>
              <a:rPr lang="en-US" sz="800" i="1">
                <a:solidFill>
                  <a:schemeClr val="bg1"/>
                </a:solidFill>
              </a:rPr>
              <a:t>Defines the strategic direction with a 5-year perspective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095EAB7-4A21-C8AD-353F-DEE05426B23C}"/>
              </a:ext>
            </a:extLst>
          </p:cNvPr>
          <p:cNvSpPr/>
          <p:nvPr/>
        </p:nvSpPr>
        <p:spPr>
          <a:xfrm>
            <a:off x="1592199" y="2011365"/>
            <a:ext cx="966986" cy="739262"/>
          </a:xfrm>
          <a:prstGeom prst="rect">
            <a:avLst/>
          </a:prstGeom>
          <a:solidFill>
            <a:srgbClr val="00B0F0"/>
          </a:solidFill>
          <a:ln w="19050">
            <a:solidFill>
              <a:srgbClr val="0027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algn="ctr"/>
            <a:r>
              <a:rPr lang="en-US" sz="800" i="1">
                <a:solidFill>
                  <a:schemeClr val="bg1"/>
                </a:solidFill>
              </a:rPr>
              <a:t>Translate </a:t>
            </a:r>
            <a:r>
              <a:rPr lang="en-US" sz="800" i="1" err="1">
                <a:solidFill>
                  <a:schemeClr val="bg1"/>
                </a:solidFill>
              </a:rPr>
              <a:t>strat</a:t>
            </a:r>
            <a:r>
              <a:rPr lang="en-US" sz="800" i="1">
                <a:solidFill>
                  <a:schemeClr val="bg1"/>
                </a:solidFill>
              </a:rPr>
              <a:t>. direction into  premises, providing guardrails for the op. planning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31C46D9-5567-A06E-CE4C-EB6F7FD2C06C}"/>
              </a:ext>
            </a:extLst>
          </p:cNvPr>
          <p:cNvSpPr/>
          <p:nvPr/>
        </p:nvSpPr>
        <p:spPr>
          <a:xfrm>
            <a:off x="2631185" y="2011365"/>
            <a:ext cx="966986" cy="739262"/>
          </a:xfrm>
          <a:prstGeom prst="rect">
            <a:avLst/>
          </a:prstGeom>
          <a:solidFill>
            <a:srgbClr val="00B0F0"/>
          </a:solidFill>
          <a:ln w="19050">
            <a:solidFill>
              <a:srgbClr val="0027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algn="ctr"/>
            <a:r>
              <a:rPr lang="en-US" sz="800" i="1">
                <a:solidFill>
                  <a:schemeClr val="bg1"/>
                </a:solidFill>
              </a:rPr>
              <a:t>Regional cascading to sales offices / countries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B246E5D-D179-05AE-AE25-A0AD44CA09BB}"/>
              </a:ext>
            </a:extLst>
          </p:cNvPr>
          <p:cNvSpPr/>
          <p:nvPr/>
        </p:nvSpPr>
        <p:spPr>
          <a:xfrm>
            <a:off x="3670170" y="2011365"/>
            <a:ext cx="966986" cy="739262"/>
          </a:xfrm>
          <a:prstGeom prst="rect">
            <a:avLst/>
          </a:prstGeom>
          <a:solidFill>
            <a:srgbClr val="00B0F0"/>
          </a:solidFill>
          <a:ln w="19050">
            <a:solidFill>
              <a:srgbClr val="0027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algn="ctr"/>
            <a:r>
              <a:rPr lang="en-US" sz="800" i="1">
                <a:solidFill>
                  <a:schemeClr val="bg1"/>
                </a:solidFill>
              </a:rPr>
              <a:t>Develop detailed budget aligned with top-down targets and assumptions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80AB28B-5BB4-156A-AB1D-215EEF21A40F}"/>
              </a:ext>
            </a:extLst>
          </p:cNvPr>
          <p:cNvSpPr/>
          <p:nvPr/>
        </p:nvSpPr>
        <p:spPr>
          <a:xfrm>
            <a:off x="4709156" y="2011365"/>
            <a:ext cx="966986" cy="739262"/>
          </a:xfrm>
          <a:prstGeom prst="rect">
            <a:avLst/>
          </a:prstGeom>
          <a:solidFill>
            <a:srgbClr val="00B0F0"/>
          </a:solidFill>
          <a:ln w="19050">
            <a:solidFill>
              <a:srgbClr val="0027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algn="ctr"/>
            <a:r>
              <a:rPr lang="en-US" sz="800" i="1">
                <a:solidFill>
                  <a:schemeClr val="bg1"/>
                </a:solidFill>
              </a:rPr>
              <a:t>Compare top-down and bottom-up, challenge gaps and ensure consistency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FB0EC83-27B7-9B5E-EBC8-23B959E2839B}"/>
              </a:ext>
            </a:extLst>
          </p:cNvPr>
          <p:cNvSpPr/>
          <p:nvPr/>
        </p:nvSpPr>
        <p:spPr>
          <a:xfrm>
            <a:off x="5748142" y="2011365"/>
            <a:ext cx="966986" cy="739262"/>
          </a:xfrm>
          <a:prstGeom prst="rect">
            <a:avLst/>
          </a:prstGeom>
          <a:solidFill>
            <a:srgbClr val="00B0F0"/>
          </a:solidFill>
          <a:ln w="19050">
            <a:solidFill>
              <a:srgbClr val="0027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algn="ctr"/>
            <a:r>
              <a:rPr lang="en-US" sz="800" i="1">
                <a:solidFill>
                  <a:schemeClr val="bg1"/>
                </a:solidFill>
              </a:rPr>
              <a:t>Consolidate inputs, make trade-offs and take final decisions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9DCF2A2-34B3-A341-B57E-C9BC2C53344B}"/>
              </a:ext>
            </a:extLst>
          </p:cNvPr>
          <p:cNvSpPr/>
          <p:nvPr/>
        </p:nvSpPr>
        <p:spPr>
          <a:xfrm>
            <a:off x="6787128" y="2011365"/>
            <a:ext cx="966986" cy="739262"/>
          </a:xfrm>
          <a:prstGeom prst="rect">
            <a:avLst/>
          </a:prstGeom>
          <a:solidFill>
            <a:srgbClr val="00B0F0"/>
          </a:solidFill>
          <a:ln w="19050">
            <a:solidFill>
              <a:srgbClr val="0027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algn="ctr"/>
            <a:r>
              <a:rPr lang="en-US" sz="800" i="1">
                <a:solidFill>
                  <a:schemeClr val="bg1"/>
                </a:solidFill>
              </a:rPr>
              <a:t>Communicate the plan and cascade targets into the organization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1DB1A59-08FD-E2E7-4260-A90A3BFE3EB5}"/>
              </a:ext>
            </a:extLst>
          </p:cNvPr>
          <p:cNvSpPr/>
          <p:nvPr/>
        </p:nvSpPr>
        <p:spPr>
          <a:xfrm>
            <a:off x="553213" y="2803161"/>
            <a:ext cx="966986" cy="72573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marL="72000" indent="-72000">
              <a:buFont typeface="Arial" panose="020B0604020202020204" pitchFamily="34" charset="0"/>
              <a:buChar char="•"/>
            </a:pPr>
            <a:r>
              <a:rPr lang="en-US" sz="600">
                <a:solidFill>
                  <a:schemeClr val="tx1"/>
                </a:solidFill>
              </a:rPr>
              <a:t>Corp. strategy</a:t>
            </a:r>
          </a:p>
          <a:p>
            <a:pPr marL="72000" indent="-72000">
              <a:buFont typeface="Arial" panose="020B0604020202020204" pitchFamily="34" charset="0"/>
              <a:buChar char="•"/>
            </a:pPr>
            <a:r>
              <a:rPr lang="en-US" sz="600">
                <a:solidFill>
                  <a:schemeClr val="tx1"/>
                </a:solidFill>
              </a:rPr>
              <a:t>Consolidated market intelligence of the HQ BOs &amp; sales org. incl. (alignment meeting)</a:t>
            </a:r>
          </a:p>
          <a:p>
            <a:pPr marL="72000" indent="-72000">
              <a:buFont typeface="Arial" panose="020B0604020202020204" pitchFamily="34" charset="0"/>
              <a:buChar char="•"/>
            </a:pPr>
            <a:r>
              <a:rPr lang="en-US" sz="600">
                <a:solidFill>
                  <a:schemeClr val="tx1"/>
                </a:solidFill>
              </a:rPr>
              <a:t>Alignment Controlling</a:t>
            </a: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3066567-E7CE-B0D3-3C82-DACCEB2F305A}"/>
              </a:ext>
            </a:extLst>
          </p:cNvPr>
          <p:cNvSpPr/>
          <p:nvPr/>
        </p:nvSpPr>
        <p:spPr>
          <a:xfrm>
            <a:off x="1592199" y="2803161"/>
            <a:ext cx="966986" cy="72573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marL="72000" indent="-72000">
              <a:buFont typeface="Arial" panose="020B0604020202020204" pitchFamily="34" charset="0"/>
              <a:buChar char="•"/>
            </a:pPr>
            <a:r>
              <a:rPr lang="en-US" sz="600">
                <a:solidFill>
                  <a:schemeClr val="tx1"/>
                </a:solidFill>
              </a:rPr>
              <a:t>Strategic priorities &amp; targets</a:t>
            </a:r>
          </a:p>
          <a:p>
            <a:pPr marL="72000" indent="-72000">
              <a:buFont typeface="Arial" panose="020B0604020202020204" pitchFamily="34" charset="0"/>
              <a:buChar char="•"/>
            </a:pPr>
            <a:r>
              <a:rPr lang="en-US" sz="600">
                <a:solidFill>
                  <a:schemeClr val="tx1"/>
                </a:solidFill>
              </a:rPr>
              <a:t>Planning assumptions &amp; guardrails incl. OI, GM and SG&amp;A</a:t>
            </a:r>
          </a:p>
          <a:p>
            <a:pPr marL="72000" indent="-72000">
              <a:buFont typeface="Arial" panose="020B0604020202020204" pitchFamily="34" charset="0"/>
              <a:buChar char="•"/>
            </a:pPr>
            <a:r>
              <a:rPr lang="en-US" sz="600">
                <a:solidFill>
                  <a:schemeClr val="tx1"/>
                </a:solidFill>
              </a:rPr>
              <a:t>Historical performance (controlling)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964D9CE-ABCF-8870-70A9-8108132460C6}"/>
              </a:ext>
            </a:extLst>
          </p:cNvPr>
          <p:cNvSpPr/>
          <p:nvPr/>
        </p:nvSpPr>
        <p:spPr>
          <a:xfrm>
            <a:off x="2631185" y="2803161"/>
            <a:ext cx="966986" cy="72573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marL="72000" indent="-72000">
              <a:buFont typeface="Arial" panose="020B0604020202020204" pitchFamily="34" charset="0"/>
              <a:buChar char="•"/>
            </a:pPr>
            <a:r>
              <a:rPr lang="en-US" sz="600">
                <a:solidFill>
                  <a:schemeClr val="tx1"/>
                </a:solidFill>
              </a:rPr>
              <a:t>Planning premises per region and relevant business dimension | targets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7AD7380-6F3F-1771-6CA2-66284E8FEA9A}"/>
              </a:ext>
            </a:extLst>
          </p:cNvPr>
          <p:cNvSpPr/>
          <p:nvPr/>
        </p:nvSpPr>
        <p:spPr>
          <a:xfrm>
            <a:off x="3670170" y="2803161"/>
            <a:ext cx="966986" cy="72573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marL="72000" indent="-72000">
              <a:buFont typeface="Arial" panose="020B0604020202020204" pitchFamily="34" charset="0"/>
              <a:buChar char="•"/>
            </a:pPr>
            <a:r>
              <a:rPr lang="en-US" sz="600">
                <a:solidFill>
                  <a:schemeClr val="tx1"/>
                </a:solidFill>
              </a:rPr>
              <a:t>Budget expectation per country </a:t>
            </a:r>
          </a:p>
          <a:p>
            <a:pPr marL="72000" indent="-72000">
              <a:buFont typeface="Arial" panose="020B0604020202020204" pitchFamily="34" charset="0"/>
              <a:buChar char="•"/>
            </a:pPr>
            <a:r>
              <a:rPr lang="en-US" sz="600">
                <a:solidFill>
                  <a:schemeClr val="tx1"/>
                </a:solidFill>
              </a:rPr>
              <a:t>Controlling</a:t>
            </a:r>
          </a:p>
          <a:p>
            <a:pPr marL="72000" indent="-72000">
              <a:buFont typeface="Arial" panose="020B0604020202020204" pitchFamily="34" charset="0"/>
              <a:buChar char="•"/>
            </a:pPr>
            <a:r>
              <a:rPr lang="en-US" sz="600">
                <a:solidFill>
                  <a:schemeClr val="tx1"/>
                </a:solidFill>
              </a:rPr>
              <a:t>Operational insights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D5227E2-0926-DC43-86E5-66628E19D84A}"/>
              </a:ext>
            </a:extLst>
          </p:cNvPr>
          <p:cNvSpPr/>
          <p:nvPr/>
        </p:nvSpPr>
        <p:spPr>
          <a:xfrm>
            <a:off x="4709156" y="2803161"/>
            <a:ext cx="966986" cy="72573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marL="72000" indent="-72000">
              <a:buFont typeface="Arial" panose="020B0604020202020204" pitchFamily="34" charset="0"/>
              <a:buChar char="•"/>
            </a:pPr>
            <a:r>
              <a:rPr lang="en-US" sz="600">
                <a:solidFill>
                  <a:schemeClr val="tx1"/>
                </a:solidFill>
              </a:rPr>
              <a:t>Top-down targets</a:t>
            </a:r>
          </a:p>
          <a:p>
            <a:pPr marL="72000" indent="-72000">
              <a:buFont typeface="Arial" panose="020B0604020202020204" pitchFamily="34" charset="0"/>
              <a:buChar char="•"/>
            </a:pPr>
            <a:r>
              <a:rPr lang="en-US" sz="600">
                <a:solidFill>
                  <a:schemeClr val="tx1"/>
                </a:solidFill>
              </a:rPr>
              <a:t>Bottom-up plans</a:t>
            </a:r>
            <a:br>
              <a:rPr lang="en-US" sz="600">
                <a:solidFill>
                  <a:schemeClr val="tx1"/>
                </a:solidFill>
              </a:rPr>
            </a:b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641AE01-C37D-2A59-8946-10E20BE1B988}"/>
              </a:ext>
            </a:extLst>
          </p:cNvPr>
          <p:cNvSpPr/>
          <p:nvPr/>
        </p:nvSpPr>
        <p:spPr>
          <a:xfrm>
            <a:off x="5748142" y="2803161"/>
            <a:ext cx="966986" cy="72573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marL="72000" indent="-72000">
              <a:buFont typeface="Arial" panose="020B0604020202020204" pitchFamily="34" charset="0"/>
              <a:buChar char="•"/>
            </a:pPr>
            <a:r>
              <a:rPr lang="en-US" sz="600">
                <a:solidFill>
                  <a:schemeClr val="tx1"/>
                </a:solidFill>
              </a:rPr>
              <a:t>Consolidated plan (Controlling)</a:t>
            </a:r>
          </a:p>
          <a:p>
            <a:pPr marL="72000" indent="-72000">
              <a:buFont typeface="Arial" panose="020B0604020202020204" pitchFamily="34" charset="0"/>
              <a:buChar char="•"/>
            </a:pPr>
            <a:r>
              <a:rPr lang="en-US" sz="600">
                <a:solidFill>
                  <a:schemeClr val="tx1"/>
                </a:solidFill>
              </a:rPr>
              <a:t>Open issues / trade-offs</a:t>
            </a:r>
            <a:br>
              <a:rPr lang="en-US" sz="600">
                <a:solidFill>
                  <a:schemeClr val="tx1"/>
                </a:solidFill>
              </a:rPr>
            </a:b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352771F-6790-9ACD-0518-B569A16C386D}"/>
              </a:ext>
            </a:extLst>
          </p:cNvPr>
          <p:cNvSpPr/>
          <p:nvPr/>
        </p:nvSpPr>
        <p:spPr>
          <a:xfrm>
            <a:off x="6787128" y="2803161"/>
            <a:ext cx="966986" cy="72573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marL="72000" indent="-72000">
              <a:buFont typeface="Arial" panose="020B0604020202020204" pitchFamily="34" charset="0"/>
              <a:buChar char="•"/>
            </a:pPr>
            <a:r>
              <a:rPr lang="en-US" sz="600">
                <a:solidFill>
                  <a:schemeClr val="tx1"/>
                </a:solidFill>
              </a:rPr>
              <a:t>Approved plan (GF)</a:t>
            </a:r>
          </a:p>
          <a:p>
            <a:pPr marL="72000" indent="-72000">
              <a:buFont typeface="Arial" panose="020B0604020202020204" pitchFamily="34" charset="0"/>
              <a:buChar char="•"/>
            </a:pPr>
            <a:r>
              <a:rPr lang="en-US" sz="600">
                <a:solidFill>
                  <a:schemeClr val="tx1"/>
                </a:solidFill>
              </a:rPr>
              <a:t>Final targets</a:t>
            </a: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12AECAD-AC42-2600-3AE7-E0C76F50E7B9}"/>
              </a:ext>
            </a:extLst>
          </p:cNvPr>
          <p:cNvSpPr/>
          <p:nvPr/>
        </p:nvSpPr>
        <p:spPr>
          <a:xfrm>
            <a:off x="553213" y="3581428"/>
            <a:ext cx="966986" cy="62904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marL="72000" indent="-72000">
              <a:buFont typeface="Arial" panose="020B0604020202020204" pitchFamily="34" charset="0"/>
              <a:buChar char="•"/>
            </a:pPr>
            <a:r>
              <a:rPr lang="en-US" sz="600">
                <a:solidFill>
                  <a:schemeClr val="tx1"/>
                </a:solidFill>
              </a:rPr>
              <a:t>Strategic priorities and targets</a:t>
            </a:r>
          </a:p>
          <a:p>
            <a:pPr marL="72000" indent="-72000">
              <a:buFont typeface="Arial" panose="020B0604020202020204" pitchFamily="34" charset="0"/>
              <a:buChar char="•"/>
            </a:pPr>
            <a:r>
              <a:rPr lang="en-US" sz="600">
                <a:solidFill>
                  <a:schemeClr val="tx1"/>
                </a:solidFill>
              </a:rPr>
              <a:t>Planning assumptions &amp; guardrails incl. OI, GM and SG&amp;A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9216B78-84DA-46D0-2AFE-D064648D44C4}"/>
              </a:ext>
            </a:extLst>
          </p:cNvPr>
          <p:cNvSpPr/>
          <p:nvPr/>
        </p:nvSpPr>
        <p:spPr>
          <a:xfrm>
            <a:off x="1592199" y="3581428"/>
            <a:ext cx="966986" cy="62904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marL="72000" indent="-72000">
              <a:buFont typeface="Arial" panose="020B0604020202020204" pitchFamily="34" charset="0"/>
              <a:buChar char="•"/>
            </a:pPr>
            <a:r>
              <a:rPr lang="en-US" sz="600">
                <a:solidFill>
                  <a:schemeClr val="tx1"/>
                </a:solidFill>
              </a:rPr>
              <a:t>Planning premises per region and relevant business dimension | targets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1766978-2C00-CD2E-F39F-292581B5C814}"/>
              </a:ext>
            </a:extLst>
          </p:cNvPr>
          <p:cNvSpPr/>
          <p:nvPr/>
        </p:nvSpPr>
        <p:spPr>
          <a:xfrm>
            <a:off x="2631185" y="3581428"/>
            <a:ext cx="966986" cy="62904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marL="72000" indent="-72000">
              <a:buFont typeface="Arial" panose="020B0604020202020204" pitchFamily="34" charset="0"/>
              <a:buChar char="•"/>
            </a:pPr>
            <a:r>
              <a:rPr lang="en-US" sz="600">
                <a:solidFill>
                  <a:schemeClr val="tx1"/>
                </a:solidFill>
              </a:rPr>
              <a:t>Budget expectation per country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22086F0-C620-0F7B-FC8C-024BFA58D5E1}"/>
              </a:ext>
            </a:extLst>
          </p:cNvPr>
          <p:cNvSpPr/>
          <p:nvPr/>
        </p:nvSpPr>
        <p:spPr>
          <a:xfrm>
            <a:off x="3670170" y="3581428"/>
            <a:ext cx="966986" cy="62904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marL="72000" indent="-72000">
              <a:buFont typeface="Arial" panose="020B0604020202020204" pitchFamily="34" charset="0"/>
              <a:buChar char="•"/>
            </a:pPr>
            <a:r>
              <a:rPr lang="en-US" sz="600">
                <a:solidFill>
                  <a:schemeClr val="tx1"/>
                </a:solidFill>
              </a:rPr>
              <a:t>Detailed budget per sales offices (country | region) in relevant dimensions</a:t>
            </a:r>
          </a:p>
          <a:p>
            <a:pPr marL="72000" indent="-72000">
              <a:buFont typeface="Arial" panose="020B0604020202020204" pitchFamily="34" charset="0"/>
              <a:buChar char="•"/>
            </a:pPr>
            <a:r>
              <a:rPr lang="en-US" sz="600">
                <a:solidFill>
                  <a:schemeClr val="tx1"/>
                </a:solidFill>
              </a:rPr>
              <a:t>Key assumptions and reasoning | Initiatives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D3D4D1E-FE94-B6E7-1C8D-08414DDA664E}"/>
              </a:ext>
            </a:extLst>
          </p:cNvPr>
          <p:cNvSpPr/>
          <p:nvPr/>
        </p:nvSpPr>
        <p:spPr>
          <a:xfrm>
            <a:off x="4709156" y="3581428"/>
            <a:ext cx="966986" cy="62904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marL="72000" indent="-72000">
              <a:buFont typeface="Arial" panose="020B0604020202020204" pitchFamily="34" charset="0"/>
              <a:buChar char="•"/>
            </a:pPr>
            <a:r>
              <a:rPr lang="en-US" sz="600">
                <a:solidFill>
                  <a:schemeClr val="tx1"/>
                </a:solidFill>
              </a:rPr>
              <a:t>Identified gaps</a:t>
            </a:r>
          </a:p>
          <a:p>
            <a:pPr marL="72000" indent="-72000">
              <a:buFont typeface="Arial" panose="020B0604020202020204" pitchFamily="34" charset="0"/>
              <a:buChar char="•"/>
            </a:pPr>
            <a:r>
              <a:rPr lang="en-US" sz="600">
                <a:solidFill>
                  <a:schemeClr val="tx1"/>
                </a:solidFill>
              </a:rPr>
              <a:t>Aligned and adjusted plans including measures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40BFBFC-1B0A-AD25-A182-E19D4FA5699C}"/>
              </a:ext>
            </a:extLst>
          </p:cNvPr>
          <p:cNvSpPr/>
          <p:nvPr/>
        </p:nvSpPr>
        <p:spPr>
          <a:xfrm>
            <a:off x="5748142" y="3581428"/>
            <a:ext cx="966986" cy="62904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marL="72000" indent="-72000">
              <a:buFont typeface="Arial" panose="020B0604020202020204" pitchFamily="34" charset="0"/>
              <a:buChar char="•"/>
            </a:pPr>
            <a:r>
              <a:rPr lang="en-US" sz="600">
                <a:solidFill>
                  <a:schemeClr val="tx1"/>
                </a:solidFill>
              </a:rPr>
              <a:t>Final approved plan</a:t>
            </a:r>
          </a:p>
          <a:p>
            <a:pPr marL="72000" indent="-72000">
              <a:buFont typeface="Arial" panose="020B0604020202020204" pitchFamily="34" charset="0"/>
              <a:buChar char="•"/>
            </a:pPr>
            <a:r>
              <a:rPr lang="en-US" sz="600">
                <a:solidFill>
                  <a:schemeClr val="tx1"/>
                </a:solidFill>
              </a:rPr>
              <a:t>Clear decisions on priorities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B150348-CE3B-F974-9E50-EF7C40D9D31A}"/>
              </a:ext>
            </a:extLst>
          </p:cNvPr>
          <p:cNvSpPr/>
          <p:nvPr/>
        </p:nvSpPr>
        <p:spPr>
          <a:xfrm>
            <a:off x="6787128" y="3581428"/>
            <a:ext cx="966986" cy="62904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marL="72000" indent="-72000">
              <a:buFont typeface="Arial" panose="020B0604020202020204" pitchFamily="34" charset="0"/>
              <a:buChar char="•"/>
            </a:pPr>
            <a:r>
              <a:rPr lang="en-US" sz="600">
                <a:solidFill>
                  <a:schemeClr val="tx1"/>
                </a:solidFill>
              </a:rPr>
              <a:t>Communicated targets across organization</a:t>
            </a:r>
          </a:p>
          <a:p>
            <a:pPr marL="72000" indent="-72000">
              <a:buFont typeface="Arial" panose="020B0604020202020204" pitchFamily="34" charset="0"/>
              <a:buChar char="•"/>
            </a:pPr>
            <a:r>
              <a:rPr lang="en-US" sz="600">
                <a:solidFill>
                  <a:schemeClr val="tx1"/>
                </a:solidFill>
              </a:rPr>
              <a:t>Alignment of budgets and execution plans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1813191-6E7E-26EF-B9CB-D91BF55577A5}"/>
              </a:ext>
            </a:extLst>
          </p:cNvPr>
          <p:cNvSpPr/>
          <p:nvPr/>
        </p:nvSpPr>
        <p:spPr>
          <a:xfrm>
            <a:off x="554801" y="4263002"/>
            <a:ext cx="966986" cy="39948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sz="600">
                <a:solidFill>
                  <a:schemeClr val="tx1"/>
                </a:solidFill>
              </a:rPr>
              <a:t>GF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65ADE3A-0969-17F9-BD64-448C81893056}"/>
              </a:ext>
            </a:extLst>
          </p:cNvPr>
          <p:cNvSpPr/>
          <p:nvPr/>
        </p:nvSpPr>
        <p:spPr>
          <a:xfrm>
            <a:off x="1593787" y="4263002"/>
            <a:ext cx="966986" cy="39948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sz="600">
                <a:solidFill>
                  <a:schemeClr val="tx1"/>
                </a:solidFill>
              </a:rPr>
              <a:t>Business Owner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B33978B-A4AF-B144-D0FE-591B5D135C44}"/>
              </a:ext>
            </a:extLst>
          </p:cNvPr>
          <p:cNvSpPr/>
          <p:nvPr/>
        </p:nvSpPr>
        <p:spPr>
          <a:xfrm>
            <a:off x="2632773" y="4263002"/>
            <a:ext cx="966986" cy="39948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sz="600">
                <a:solidFill>
                  <a:schemeClr val="tx1"/>
                </a:solidFill>
              </a:rPr>
              <a:t>Regional Heads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8805756-4EBF-1B6C-E7FD-B554702EF6D4}"/>
              </a:ext>
            </a:extLst>
          </p:cNvPr>
          <p:cNvSpPr/>
          <p:nvPr/>
        </p:nvSpPr>
        <p:spPr>
          <a:xfrm>
            <a:off x="3671758" y="4263002"/>
            <a:ext cx="966986" cy="39948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sz="600">
                <a:solidFill>
                  <a:schemeClr val="tx1"/>
                </a:solidFill>
              </a:rPr>
              <a:t>Regional Heads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D1E1D88-082D-6C95-87BF-CC73CDF021A5}"/>
              </a:ext>
            </a:extLst>
          </p:cNvPr>
          <p:cNvSpPr/>
          <p:nvPr/>
        </p:nvSpPr>
        <p:spPr>
          <a:xfrm>
            <a:off x="4710744" y="4263002"/>
            <a:ext cx="966986" cy="39948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sz="600">
                <a:solidFill>
                  <a:schemeClr val="tx1"/>
                </a:solidFill>
              </a:rPr>
              <a:t>(Controlling, Business Owner? Corporate?)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D4538E31-B208-A69E-02FC-33F36ADFA56E}"/>
              </a:ext>
            </a:extLst>
          </p:cNvPr>
          <p:cNvSpPr/>
          <p:nvPr/>
        </p:nvSpPr>
        <p:spPr>
          <a:xfrm>
            <a:off x="5749730" y="4263002"/>
            <a:ext cx="966986" cy="39948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sz="600">
                <a:solidFill>
                  <a:schemeClr val="tx1"/>
                </a:solidFill>
              </a:rPr>
              <a:t>GF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7C77BE6-3ECC-FD7C-4924-932CEB23CA45}"/>
              </a:ext>
            </a:extLst>
          </p:cNvPr>
          <p:cNvSpPr/>
          <p:nvPr/>
        </p:nvSpPr>
        <p:spPr>
          <a:xfrm>
            <a:off x="6788716" y="4263002"/>
            <a:ext cx="966986" cy="39948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sz="600">
                <a:solidFill>
                  <a:schemeClr val="tx1"/>
                </a:solidFill>
              </a:rPr>
              <a:t>Business Owner (div heads) for UB, Regional heads for Sales</a:t>
            </a:r>
          </a:p>
        </p:txBody>
      </p: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F35D4115-E4D7-1B78-B32E-D5C71ED0C7B4}"/>
              </a:ext>
            </a:extLst>
          </p:cNvPr>
          <p:cNvCxnSpPr>
            <a:cxnSpLocks/>
          </p:cNvCxnSpPr>
          <p:nvPr/>
        </p:nvCxnSpPr>
        <p:spPr>
          <a:xfrm>
            <a:off x="500062" y="2799636"/>
            <a:ext cx="0" cy="725734"/>
          </a:xfrm>
          <a:prstGeom prst="line">
            <a:avLst/>
          </a:prstGeom>
          <a:ln w="19050">
            <a:solidFill>
              <a:srgbClr val="BFBFB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DD4885B3-A2F7-BACF-FBB9-98B24D7E04B6}"/>
              </a:ext>
            </a:extLst>
          </p:cNvPr>
          <p:cNvCxnSpPr/>
          <p:nvPr/>
        </p:nvCxnSpPr>
        <p:spPr>
          <a:xfrm>
            <a:off x="500062" y="3581428"/>
            <a:ext cx="0" cy="62904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42CBFCA7-559A-7036-368D-791262E75C5A}"/>
              </a:ext>
            </a:extLst>
          </p:cNvPr>
          <p:cNvCxnSpPr/>
          <p:nvPr/>
        </p:nvCxnSpPr>
        <p:spPr>
          <a:xfrm>
            <a:off x="500062" y="4263002"/>
            <a:ext cx="0" cy="399486"/>
          </a:xfrm>
          <a:prstGeom prst="line">
            <a:avLst/>
          </a:prstGeom>
          <a:ln w="19050">
            <a:solidFill>
              <a:srgbClr val="BFBFB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B5DACB99-030B-4CE6-6657-06592C03CEBE}"/>
              </a:ext>
            </a:extLst>
          </p:cNvPr>
          <p:cNvCxnSpPr>
            <a:cxnSpLocks/>
          </p:cNvCxnSpPr>
          <p:nvPr/>
        </p:nvCxnSpPr>
        <p:spPr>
          <a:xfrm>
            <a:off x="553213" y="1260090"/>
            <a:ext cx="7200901" cy="0"/>
          </a:xfrm>
          <a:prstGeom prst="straightConnector1">
            <a:avLst/>
          </a:prstGeom>
          <a:ln w="19050">
            <a:solidFill>
              <a:schemeClr val="tx2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CD4B6A25-5502-2CFD-E8A7-E127181152CF}"/>
              </a:ext>
            </a:extLst>
          </p:cNvPr>
          <p:cNvSpPr/>
          <p:nvPr/>
        </p:nvSpPr>
        <p:spPr>
          <a:xfrm>
            <a:off x="606477" y="1170090"/>
            <a:ext cx="860459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00" b="1" i="1">
                <a:solidFill>
                  <a:schemeClr val="tx2"/>
                </a:solidFill>
              </a:rPr>
              <a:t>BP-Presentation March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1A7711FE-0E71-16EF-4BDD-9FB3016E1CAA}"/>
              </a:ext>
            </a:extLst>
          </p:cNvPr>
          <p:cNvSpPr/>
          <p:nvPr/>
        </p:nvSpPr>
        <p:spPr>
          <a:xfrm>
            <a:off x="7163798" y="1200445"/>
            <a:ext cx="213647" cy="1192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600" b="1" i="1">
                <a:solidFill>
                  <a:schemeClr val="tx2"/>
                </a:solidFill>
              </a:rPr>
              <a:t>June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159AD1-3508-B502-F601-B5120D4D96ED}"/>
              </a:ext>
            </a:extLst>
          </p:cNvPr>
          <p:cNvSpPr/>
          <p:nvPr/>
        </p:nvSpPr>
        <p:spPr>
          <a:xfrm>
            <a:off x="7818472" y="1501140"/>
            <a:ext cx="1037528" cy="3161348"/>
          </a:xfrm>
          <a:prstGeom prst="rect">
            <a:avLst/>
          </a:prstGeom>
          <a:noFill/>
          <a:ln w="19050">
            <a:solidFill>
              <a:schemeClr val="tx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b="1">
                <a:solidFill>
                  <a:schemeClr val="tx2"/>
                </a:solidFill>
              </a:rPr>
              <a:t>Outcome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60DCF2C-EFA5-0922-3125-CBA67A1D3C52}"/>
              </a:ext>
            </a:extLst>
          </p:cNvPr>
          <p:cNvSpPr/>
          <p:nvPr/>
        </p:nvSpPr>
        <p:spPr>
          <a:xfrm>
            <a:off x="946706" y="1366645"/>
            <a:ext cx="180000" cy="180000"/>
          </a:xfrm>
          <a:prstGeom prst="ellipse">
            <a:avLst/>
          </a:prstGeom>
          <a:ln w="158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/>
              <a:t>1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48063F6-28C1-B7EF-F397-CC40DAA195CD}"/>
              </a:ext>
            </a:extLst>
          </p:cNvPr>
          <p:cNvSpPr/>
          <p:nvPr/>
        </p:nvSpPr>
        <p:spPr>
          <a:xfrm>
            <a:off x="1985692" y="1366645"/>
            <a:ext cx="180000" cy="180000"/>
          </a:xfrm>
          <a:prstGeom prst="ellipse">
            <a:avLst/>
          </a:prstGeom>
          <a:ln w="158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/>
              <a:t>2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C1E5F62-7CC2-75E3-ECA9-D9C4E8070FB0}"/>
              </a:ext>
            </a:extLst>
          </p:cNvPr>
          <p:cNvSpPr/>
          <p:nvPr/>
        </p:nvSpPr>
        <p:spPr>
          <a:xfrm>
            <a:off x="3024678" y="1366645"/>
            <a:ext cx="180000" cy="180000"/>
          </a:xfrm>
          <a:prstGeom prst="ellipse">
            <a:avLst/>
          </a:prstGeom>
          <a:ln w="158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/>
              <a:t>3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09DB198-B2A6-0434-DCA2-5B6623C282B3}"/>
              </a:ext>
            </a:extLst>
          </p:cNvPr>
          <p:cNvSpPr/>
          <p:nvPr/>
        </p:nvSpPr>
        <p:spPr>
          <a:xfrm>
            <a:off x="4063663" y="1366645"/>
            <a:ext cx="180000" cy="180000"/>
          </a:xfrm>
          <a:prstGeom prst="ellipse">
            <a:avLst/>
          </a:prstGeom>
          <a:ln w="158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/>
              <a:t>4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86DC043-381C-76AD-D661-DCABBFD1D1F1}"/>
              </a:ext>
            </a:extLst>
          </p:cNvPr>
          <p:cNvSpPr/>
          <p:nvPr/>
        </p:nvSpPr>
        <p:spPr>
          <a:xfrm>
            <a:off x="5102649" y="1366645"/>
            <a:ext cx="180000" cy="180000"/>
          </a:xfrm>
          <a:prstGeom prst="ellipse">
            <a:avLst/>
          </a:prstGeom>
          <a:ln w="158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/>
              <a:t>5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165D39E-1640-FAB8-8A43-A235BB1C1D99}"/>
              </a:ext>
            </a:extLst>
          </p:cNvPr>
          <p:cNvSpPr/>
          <p:nvPr/>
        </p:nvSpPr>
        <p:spPr>
          <a:xfrm>
            <a:off x="6141635" y="1366645"/>
            <a:ext cx="180000" cy="180000"/>
          </a:xfrm>
          <a:prstGeom prst="ellipse">
            <a:avLst/>
          </a:prstGeom>
          <a:ln w="158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/>
              <a:t>6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E11210D-9766-2F5D-00FA-60A0EBC0722E}"/>
              </a:ext>
            </a:extLst>
          </p:cNvPr>
          <p:cNvSpPr/>
          <p:nvPr/>
        </p:nvSpPr>
        <p:spPr>
          <a:xfrm>
            <a:off x="7180622" y="1366645"/>
            <a:ext cx="180000" cy="180000"/>
          </a:xfrm>
          <a:prstGeom prst="ellipse">
            <a:avLst/>
          </a:prstGeom>
          <a:ln w="158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/>
              <a:t>7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0DC1ED-4191-BE79-7AAB-079707461013}"/>
              </a:ext>
            </a:extLst>
          </p:cNvPr>
          <p:cNvSpPr/>
          <p:nvPr/>
        </p:nvSpPr>
        <p:spPr>
          <a:xfrm>
            <a:off x="7818474" y="1501140"/>
            <a:ext cx="1037528" cy="3161348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1">
              <a:solidFill>
                <a:schemeClr val="tx1"/>
              </a:solidFill>
            </a:endParaRPr>
          </a:p>
          <a:p>
            <a:pPr algn="ctr"/>
            <a:endParaRPr lang="en-US" sz="900" b="1">
              <a:solidFill>
                <a:schemeClr val="tx1"/>
              </a:solidFill>
            </a:endParaRPr>
          </a:p>
          <a:p>
            <a:pPr algn="ctr"/>
            <a:r>
              <a:rPr lang="en-US" sz="900" b="1">
                <a:solidFill>
                  <a:schemeClr val="tx1"/>
                </a:solidFill>
              </a:rPr>
              <a:t>Final Budget</a:t>
            </a:r>
          </a:p>
          <a:p>
            <a:pPr algn="ctr"/>
            <a:endParaRPr lang="en-US" sz="900" b="1">
              <a:solidFill>
                <a:schemeClr val="tx1"/>
              </a:solidFill>
            </a:endParaRPr>
          </a:p>
          <a:p>
            <a:pPr algn="ctr"/>
            <a:r>
              <a:rPr lang="en-US" sz="900" b="1">
                <a:solidFill>
                  <a:schemeClr val="tx1"/>
                </a:solidFill>
              </a:rPr>
              <a:t>Financial Plan for FY steering and (Performance measurement)</a:t>
            </a:r>
          </a:p>
          <a:p>
            <a:pPr algn="ctr"/>
            <a:r>
              <a:rPr lang="en-US" sz="900" b="1">
                <a:solidFill>
                  <a:schemeClr val="tx1"/>
                </a:solidFill>
              </a:rPr>
              <a:t>Basis for targets</a:t>
            </a:r>
          </a:p>
          <a:p>
            <a:pPr algn="ctr"/>
            <a:r>
              <a:rPr lang="en-US" sz="900" b="1">
                <a:solidFill>
                  <a:schemeClr val="tx1"/>
                </a:solidFill>
              </a:rPr>
              <a:t>OI | functional costs | P&amp;L</a:t>
            </a:r>
          </a:p>
          <a:p>
            <a:pPr algn="ctr"/>
            <a:r>
              <a:rPr lang="en-US" sz="900" b="1">
                <a:solidFill>
                  <a:schemeClr val="tx1"/>
                </a:solidFill>
              </a:rPr>
              <a:t>(all rel. dimensions)</a:t>
            </a:r>
          </a:p>
          <a:p>
            <a:pPr algn="ctr"/>
            <a:endParaRPr lang="en-US" sz="800" b="1">
              <a:solidFill>
                <a:schemeClr val="tx1"/>
              </a:solidFill>
            </a:endParaRPr>
          </a:p>
          <a:p>
            <a:pPr algn="ctr"/>
            <a:endParaRPr lang="en-US" sz="800" b="1">
              <a:solidFill>
                <a:schemeClr val="tx1"/>
              </a:solidFill>
            </a:endParaRPr>
          </a:p>
          <a:p>
            <a:pPr algn="ctr"/>
            <a:r>
              <a:rPr lang="en-US" sz="800" b="1">
                <a:solidFill>
                  <a:schemeClr val="tx1"/>
                </a:solidFill>
              </a:rPr>
              <a:t>Deadline: 30.06.2026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7A81F06-3DD3-53F2-A5FA-0F46210EBB18}"/>
              </a:ext>
            </a:extLst>
          </p:cNvPr>
          <p:cNvGrpSpPr/>
          <p:nvPr/>
        </p:nvGrpSpPr>
        <p:grpSpPr>
          <a:xfrm>
            <a:off x="8190392" y="1812466"/>
            <a:ext cx="293687" cy="144926"/>
            <a:chOff x="8135938" y="1726740"/>
            <a:chExt cx="353552" cy="144926"/>
          </a:xfrm>
        </p:grpSpPr>
        <p:sp>
          <p:nvSpPr>
            <p:cNvPr id="30" name="Arrow: Chevron 29">
              <a:extLst>
                <a:ext uri="{FF2B5EF4-FFF2-40B4-BE49-F238E27FC236}">
                  <a16:creationId xmlns:a16="http://schemas.microsoft.com/office/drawing/2014/main" id="{AF75053A-733B-F272-8F18-11329B9265F2}"/>
                </a:ext>
              </a:extLst>
            </p:cNvPr>
            <p:cNvSpPr/>
            <p:nvPr/>
          </p:nvSpPr>
          <p:spPr>
            <a:xfrm rot="5400000">
              <a:off x="8270143" y="1652320"/>
              <a:ext cx="85143" cy="353550"/>
            </a:xfrm>
            <a:prstGeom prst="chevron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sz="1500" err="1">
                <a:solidFill>
                  <a:schemeClr val="tx1"/>
                </a:solidFill>
              </a:endParaRPr>
            </a:p>
          </p:txBody>
        </p:sp>
        <p:sp>
          <p:nvSpPr>
            <p:cNvPr id="37" name="Arrow: Chevron 36">
              <a:extLst>
                <a:ext uri="{FF2B5EF4-FFF2-40B4-BE49-F238E27FC236}">
                  <a16:creationId xmlns:a16="http://schemas.microsoft.com/office/drawing/2014/main" id="{746331CA-86BA-121E-AA68-89720273A50D}"/>
                </a:ext>
              </a:extLst>
            </p:cNvPr>
            <p:cNvSpPr/>
            <p:nvPr/>
          </p:nvSpPr>
          <p:spPr>
            <a:xfrm rot="5400000">
              <a:off x="8270141" y="1592537"/>
              <a:ext cx="85144" cy="353550"/>
            </a:xfrm>
            <a:prstGeom prst="chevron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sz="1500" err="1">
                <a:solidFill>
                  <a:schemeClr val="tx1"/>
                </a:solidFill>
              </a:endParaRPr>
            </a:p>
          </p:txBody>
        </p:sp>
      </p:grpSp>
      <p:cxnSp>
        <p:nvCxnSpPr>
          <p:cNvPr id="25" name="Straight Connector 119">
            <a:extLst>
              <a:ext uri="{FF2B5EF4-FFF2-40B4-BE49-F238E27FC236}">
                <a16:creationId xmlns:a16="http://schemas.microsoft.com/office/drawing/2014/main" id="{9F2A2428-A1E2-51B0-1A51-7051D363C5B3}"/>
              </a:ext>
            </a:extLst>
          </p:cNvPr>
          <p:cNvCxnSpPr>
            <a:cxnSpLocks/>
          </p:cNvCxnSpPr>
          <p:nvPr/>
        </p:nvCxnSpPr>
        <p:spPr>
          <a:xfrm>
            <a:off x="500062" y="2011365"/>
            <a:ext cx="1588" cy="739775"/>
          </a:xfrm>
          <a:prstGeom prst="line">
            <a:avLst/>
          </a:prstGeom>
          <a:ln w="19050">
            <a:solidFill>
              <a:srgbClr val="00275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hteck 4">
            <a:extLst>
              <a:ext uri="{FF2B5EF4-FFF2-40B4-BE49-F238E27FC236}">
                <a16:creationId xmlns:a16="http://schemas.microsoft.com/office/drawing/2014/main" id="{9379CD16-CB45-3B5E-E4A8-933537EF853B}"/>
              </a:ext>
            </a:extLst>
          </p:cNvPr>
          <p:cNvSpPr/>
          <p:nvPr/>
        </p:nvSpPr>
        <p:spPr>
          <a:xfrm>
            <a:off x="553214" y="4701494"/>
            <a:ext cx="2005972" cy="33977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/>
              <a:t>Step 1→2: </a:t>
            </a:r>
            <a:r>
              <a:rPr lang="en-US" sz="800"/>
              <a:t>Extract BP assumptions → auto-generate premises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1695C4D8-878F-2AF6-6023-007CE6F2ED24}"/>
              </a:ext>
            </a:extLst>
          </p:cNvPr>
          <p:cNvSpPr/>
          <p:nvPr/>
        </p:nvSpPr>
        <p:spPr>
          <a:xfrm>
            <a:off x="1592198" y="5066076"/>
            <a:ext cx="3044957" cy="33977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/>
              <a:t>Step 2→4: </a:t>
            </a:r>
            <a:r>
              <a:rPr lang="en-US" sz="800"/>
              <a:t>Cascade premises to regions automatically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466C1625-AC7D-675A-F72A-4CDC852C239B}"/>
              </a:ext>
            </a:extLst>
          </p:cNvPr>
          <p:cNvSpPr/>
          <p:nvPr/>
        </p:nvSpPr>
        <p:spPr>
          <a:xfrm>
            <a:off x="3667192" y="4687294"/>
            <a:ext cx="2005973" cy="33977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/>
              <a:t>Step 4→5: </a:t>
            </a:r>
            <a:r>
              <a:rPr lang="en-US" sz="800"/>
              <a:t>Instantly flag every gap between top-down and bottom-up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43696FFF-9859-FDA1-4070-4BAF8BACECD5}"/>
              </a:ext>
            </a:extLst>
          </p:cNvPr>
          <p:cNvSpPr/>
          <p:nvPr/>
        </p:nvSpPr>
        <p:spPr>
          <a:xfrm>
            <a:off x="5748142" y="4687294"/>
            <a:ext cx="2005973" cy="33977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/>
              <a:t>Step 5→6: </a:t>
            </a:r>
            <a:r>
              <a:rPr lang="en-US" sz="800"/>
              <a:t>Trace each gap back to its original BP assumption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56982F24-48D6-6E02-B5BC-BF7DC8ED08E8}"/>
              </a:ext>
            </a:extLst>
          </p:cNvPr>
          <p:cNvSpPr/>
          <p:nvPr/>
        </p:nvSpPr>
        <p:spPr>
          <a:xfrm>
            <a:off x="7950556" y="4697641"/>
            <a:ext cx="773357" cy="36843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900" b="1" err="1"/>
              <a:t>Where</a:t>
            </a:r>
            <a:r>
              <a:rPr lang="de-DE" sz="900" b="1"/>
              <a:t> AI </a:t>
            </a:r>
            <a:r>
              <a:rPr lang="de-DE" sz="900" b="1" err="1"/>
              <a:t>intervenes</a:t>
            </a:r>
            <a:endParaRPr lang="de-DE" sz="900" b="1"/>
          </a:p>
        </p:txBody>
      </p:sp>
    </p:spTree>
    <p:extLst>
      <p:ext uri="{BB962C8B-B14F-4D97-AF65-F5344CB8AC3E}">
        <p14:creationId xmlns:p14="http://schemas.microsoft.com/office/powerpoint/2010/main" val="226408333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S_CLASSIFICATION_RESETFORMATTING" val="True"/>
  <p:tag name="THINKCELLPRESENTATIONDONOTDELETE" val="&lt;?xml version=&quot;1.0&quot; encoding=&quot;UTF-16&quot; standalone=&quot;yes&quot;?&gt;&lt;root reqver=&quot;32687&quot;&gt;&lt;version val=&quot;38580&quot;/&gt;&lt;CPresentation id=&quot;1&quot;&gt;&lt;m_precDefaultOrdinal&gt;&lt;m_yearfmt&gt;&lt;begin val=&quot;0&quot;/&gt;&lt;end val=&quot;4&quot;/&gt;&lt;/m_yearfmt&gt;&lt;/m_precDefaultOrdinal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/CPresentation&gt;&lt;/root&gt;"/>
  <p:tag name="EE4P_STYLE_ID" val="6cd991bf-f022-4378-96e7-2c338aeb3f5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US Rohde und Schwarz 16 to 9_Neu">
  <a:themeElements>
    <a:clrScheme name="Rohde &amp; Schwarz Colors">
      <a:dk1>
        <a:srgbClr val="000000"/>
      </a:dk1>
      <a:lt1>
        <a:srgbClr val="FFFFFF"/>
      </a:lt1>
      <a:dk2>
        <a:srgbClr val="009DEC"/>
      </a:dk2>
      <a:lt2>
        <a:srgbClr val="F8AD3E"/>
      </a:lt2>
      <a:accent1>
        <a:srgbClr val="003E76"/>
      </a:accent1>
      <a:accent2>
        <a:srgbClr val="A50F14"/>
      </a:accent2>
      <a:accent3>
        <a:srgbClr val="007973"/>
      </a:accent3>
      <a:accent4>
        <a:srgbClr val="BFC3C6"/>
      </a:accent4>
      <a:accent5>
        <a:srgbClr val="0083A2"/>
      </a:accent5>
      <a:accent6>
        <a:srgbClr val="EA5B0C"/>
      </a:accent6>
      <a:hlink>
        <a:srgbClr val="009DEC"/>
      </a:hlink>
      <a:folHlink>
        <a:srgbClr val="933973"/>
      </a:folHlink>
    </a:clrScheme>
    <a:fontScheme name="Rohde &amp; Schwarz Font">
      <a:majorFont>
        <a:latin typeface="Arial Narrow"/>
        <a:ea typeface="メイリオ"/>
        <a:cs typeface="Arial Unicode MS"/>
      </a:majorFont>
      <a:minorFont>
        <a:latin typeface="Arial"/>
        <a:ea typeface="メイリオ"/>
        <a:cs typeface="Arial Unicode MS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t"/>
      <a:lstStyle>
        <a:defPPr>
          <a:defRPr sz="15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500" dirty="0" err="1" smtClean="0"/>
        </a:defPPr>
      </a:lstStyle>
    </a:txDef>
  </a:objectDefaults>
  <a:extraClrSchemeLst/>
  <a:custClrLst>
    <a:custClr name="RS Blue 1">
      <a:srgbClr val="002751"/>
    </a:custClr>
    <a:custClr name="RS Blue 3">
      <a:srgbClr val="003C74"/>
    </a:custClr>
    <a:custClr name="RS Blue 5">
      <a:srgbClr val="001130"/>
    </a:custClr>
  </a:custClrLst>
  <a:extLst>
    <a:ext uri="{05A4C25C-085E-4340-85A3-A5531E510DB2}">
      <thm15:themeFamily xmlns:thm15="http://schemas.microsoft.com/office/thememl/2012/main" name="vorlage_powerpoint_standard_16zu9_00tr_de_04.02.potx" id="{96D8A02C-7922-484E-B6B7-D2A1DBF5F268}" vid="{9553D70A-5DFA-488E-B230-70F989348197}"/>
    </a:ext>
  </a:extLst>
</a:theme>
</file>

<file path=ppt/theme/theme2.xml><?xml version="1.0" encoding="utf-8"?>
<a:theme xmlns:a="http://schemas.openxmlformats.org/drawingml/2006/main" name="Office Theme">
  <a:themeElements>
    <a:clrScheme name="Rohde &amp; Schwarz Colors">
      <a:dk1>
        <a:srgbClr val="000000"/>
      </a:dk1>
      <a:lt1>
        <a:srgbClr val="FFFFFF"/>
      </a:lt1>
      <a:dk2>
        <a:srgbClr val="009DEC"/>
      </a:dk2>
      <a:lt2>
        <a:srgbClr val="F8AD3E"/>
      </a:lt2>
      <a:accent1>
        <a:srgbClr val="003E76"/>
      </a:accent1>
      <a:accent2>
        <a:srgbClr val="A50F14"/>
      </a:accent2>
      <a:accent3>
        <a:srgbClr val="007973"/>
      </a:accent3>
      <a:accent4>
        <a:srgbClr val="BFC3C6"/>
      </a:accent4>
      <a:accent5>
        <a:srgbClr val="0083A2"/>
      </a:accent5>
      <a:accent6>
        <a:srgbClr val="EA5B0C"/>
      </a:accent6>
      <a:hlink>
        <a:srgbClr val="009DEC"/>
      </a:hlink>
      <a:folHlink>
        <a:srgbClr val="933973"/>
      </a:folHlink>
    </a:clrScheme>
    <a:fontScheme name="Rohde &amp; Schwarz Font">
      <a:majorFont>
        <a:latin typeface="Arial Narrow"/>
        <a:ea typeface="メイリオ"/>
        <a:cs typeface="Arial Unicode MS"/>
      </a:majorFont>
      <a:minorFont>
        <a:latin typeface="Arial"/>
        <a:ea typeface="メイリオ"/>
        <a:cs typeface="Arial Unicode M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4FB2AB78651F2F489C3D4F54710A43B3" ma:contentTypeVersion="7" ma:contentTypeDescription="Ein neues Dokument erstellen." ma:contentTypeScope="" ma:versionID="dcf02374c0dcbb57dbe689fbdcad2c22">
  <xsd:schema xmlns:xsd="http://www.w3.org/2001/XMLSchema" xmlns:xs="http://www.w3.org/2001/XMLSchema" xmlns:p="http://schemas.microsoft.com/office/2006/metadata/properties" xmlns:ns2="1f04e056-7ea7-47b0-943e-a19642f5de6d" targetNamespace="http://schemas.microsoft.com/office/2006/metadata/properties" ma:root="true" ma:fieldsID="b8652bf3fe2360521703b633b0c32fab" ns2:_="">
    <xsd:import namespace="1f04e056-7ea7-47b0-943e-a19642f5de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04e056-7ea7-47b0-943e-a19642f5de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90E34BE-18E8-43DE-A092-A692DFE284E6}">
  <ds:schemaRefs>
    <ds:schemaRef ds:uri="7e564ff1-c88a-4a04-8038-f36d17e3fe2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F9E0174D-E01A-41ED-B95C-59ECE999E8C3}">
  <ds:schemaRefs>
    <ds:schemaRef ds:uri="1f04e056-7ea7-47b0-943e-a19642f5de6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E39DF95-13E9-44D6-B543-AA33B12F342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Application>Microsoft Office PowerPoint</Application>
  <PresentationFormat>Affichage à l'écran (16:9)</PresentationFormat>
  <Slides>9</Slides>
  <Notes>0</Notes>
  <HiddenSlides>0</HiddenSlide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0" baseType="lpstr">
      <vt:lpstr>US Rohde und Schwarz 16 to 9_Neu</vt:lpstr>
      <vt:lpstr>Corporate Planning Process Time Plan  VP Workshop 16.04.2026</vt:lpstr>
      <vt:lpstr>definitions</vt:lpstr>
      <vt:lpstr>Budget Planning Milestones / Phases</vt:lpstr>
      <vt:lpstr>Présentation PowerPoint</vt:lpstr>
      <vt:lpstr>Présentation PowerPoint</vt:lpstr>
      <vt:lpstr>Présentation PowerPoint</vt:lpstr>
      <vt:lpstr>Budget Planning Milestones / Phases</vt:lpstr>
      <vt:lpstr>Budget Planning Milestones / Phases - digital</vt:lpstr>
      <vt:lpstr>Draft of High-LEveL Target Process with focus on Budget planning</vt:lpstr>
    </vt:vector>
  </TitlesOfParts>
  <Manager>Claus Luger/GF-BS4</Manager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Process landscape</dc:subject>
  <dc:creator>Wolf Martin (GF-KS)</dc:creator>
  <cp:keywords>25-03-25</cp:keywords>
  <cp:revision>100</cp:revision>
  <cp:lastPrinted>2026-04-14T07:20:19Z</cp:lastPrinted>
  <dcterms:created xsi:type="dcterms:W3CDTF">2026-03-25T09:17:24Z</dcterms:created>
  <dcterms:modified xsi:type="dcterms:W3CDTF">2026-05-26T14:49:24Z</dcterms:modified>
  <cp:category>3575.4794.03</cp:category>
  <cp:contentStatus>07.00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RS_TemplateCategory">
    <vt:lpwstr>EN(uk.png)/Global(global.png)</vt:lpwstr>
  </property>
  <property fmtid="{D5CDD505-2E9C-101B-9397-08002B2CF9AE}" pid="3" name="RS_TemplateID">
    <vt:lpwstr>3575.4794.02</vt:lpwstr>
  </property>
  <property fmtid="{D5CDD505-2E9C-101B-9397-08002B2CF9AE}" pid="4" name="RS_Version">
    <vt:lpwstr>07.00</vt:lpwstr>
  </property>
  <property fmtid="{D5CDD505-2E9C-101B-9397-08002B2CF9AE}" pid="5" name="RS_TemplateName">
    <vt:lpwstr>Template PowerPoint R&amp;&amp;S standard 16 to 9 (PAD-T-R)</vt:lpwstr>
  </property>
  <property fmtid="{D5CDD505-2E9C-101B-9397-08002B2CF9AE}" pid="6" name="RS_TemplateImage">
    <vt:lpwstr>global.png</vt:lpwstr>
  </property>
  <property fmtid="{D5CDD505-2E9C-101B-9397-08002B2CF9AE}" pid="7" name="TM_ClassificationPosition">
    <vt:lpwstr>{"x":0,"y":7.88}</vt:lpwstr>
  </property>
  <property fmtid="{D5CDD505-2E9C-101B-9397-08002B2CF9AE}" pid="8" name="TM_ClassificationMargin">
    <vt:lpwstr>{"left":5.95,"right":5.95,"top":2.83,"bottom":2.83}</vt:lpwstr>
  </property>
  <property fmtid="{D5CDD505-2E9C-101B-9397-08002B2CF9AE}" pid="9" name="TM_ClassificationParagraph">
    <vt:lpwstr>{"spaceAfter":0,"spaceBefore":0,"spaceWithin":1}</vt:lpwstr>
  </property>
  <property fmtid="{D5CDD505-2E9C-101B-9397-08002B2CF9AE}" pid="10" name="TM_ClassificationFont">
    <vt:lpwstr>{"fontColor":{"red":"0","green":"0","blue":"0"},"fillColor":{"red":"248","green":"248","blue":"248"},"size":9,"spacing":1,"kerning":1,"bold":true}</vt:lpwstr>
  </property>
  <property fmtid="{D5CDD505-2E9C-101B-9397-08002B2CF9AE}" pid="11" name="RS_Lang">
    <vt:lpwstr>EN</vt:lpwstr>
  </property>
  <property fmtid="{D5CDD505-2E9C-101B-9397-08002B2CF9AE}" pid="12" name="MSIP_Label_e60ddb0e-331d-4c73-b0b4-4eca1e3d801e_Enabled">
    <vt:lpwstr>true</vt:lpwstr>
  </property>
  <property fmtid="{D5CDD505-2E9C-101B-9397-08002B2CF9AE}" pid="13" name="MSIP_Label_e60ddb0e-331d-4c73-b0b4-4eca1e3d801e_SetDate">
    <vt:lpwstr>2026-03-25T09:34:13Z</vt:lpwstr>
  </property>
  <property fmtid="{D5CDD505-2E9C-101B-9397-08002B2CF9AE}" pid="14" name="MSIP_Label_e60ddb0e-331d-4c73-b0b4-4eca1e3d801e_Method">
    <vt:lpwstr>Privileged</vt:lpwstr>
  </property>
  <property fmtid="{D5CDD505-2E9C-101B-9397-08002B2CF9AE}" pid="15" name="MSIP_Label_e60ddb0e-331d-4c73-b0b4-4eca1e3d801e_Name">
    <vt:lpwstr>COMPANY CONFIDENTIAL - BUSINESS USE</vt:lpwstr>
  </property>
  <property fmtid="{D5CDD505-2E9C-101B-9397-08002B2CF9AE}" pid="16" name="MSIP_Label_e60ddb0e-331d-4c73-b0b4-4eca1e3d801e_SiteId">
    <vt:lpwstr>74bddbd9-705c-456e-aabd-99beb719a2b2</vt:lpwstr>
  </property>
  <property fmtid="{D5CDD505-2E9C-101B-9397-08002B2CF9AE}" pid="17" name="MSIP_Label_e60ddb0e-331d-4c73-b0b4-4eca1e3d801e_ActionId">
    <vt:lpwstr>9d013bc4-48a4-44f2-a8d5-8b79455c52af</vt:lpwstr>
  </property>
  <property fmtid="{D5CDD505-2E9C-101B-9397-08002B2CF9AE}" pid="18" name="MSIP_Label_e60ddb0e-331d-4c73-b0b4-4eca1e3d801e_ContentBits">
    <vt:lpwstr>0</vt:lpwstr>
  </property>
  <property fmtid="{D5CDD505-2E9C-101B-9397-08002B2CF9AE}" pid="19" name="MSIP_Label_e60ddb0e-331d-4c73-b0b4-4eca1e3d801e_Tag">
    <vt:lpwstr>10, 0, 1, 1</vt:lpwstr>
  </property>
  <property fmtid="{D5CDD505-2E9C-101B-9397-08002B2CF9AE}" pid="20" name="ContentTypeId">
    <vt:lpwstr>0x0101004FB2AB78651F2F489C3D4F54710A43B3</vt:lpwstr>
  </property>
  <property fmtid="{D5CDD505-2E9C-101B-9397-08002B2CF9AE}" pid="21" name="MediaServiceImageTags">
    <vt:lpwstr/>
  </property>
</Properties>
</file>